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70" r:id="rId3"/>
    <p:sldId id="271" r:id="rId4"/>
    <p:sldId id="272" r:id="rId5"/>
    <p:sldId id="273" r:id="rId6"/>
    <p:sldId id="274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5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2DCFB2-34A5-4E5B-8083-1966E98EA7ED}" v="18" dt="2026-10-07T22:30:56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e Moraes" userId="83496c533fe6baab" providerId="LiveId" clId="{D624E932-127C-4D9D-A93A-709326A73F24}"/>
    <pc:docChg chg="custSel addSld delSld modSld">
      <pc:chgData name="Denise Moraes" userId="83496c533fe6baab" providerId="LiveId" clId="{D624E932-127C-4D9D-A93A-709326A73F24}" dt="2026-10-07T22:32:05.316" v="911" actId="6549"/>
      <pc:docMkLst>
        <pc:docMk/>
      </pc:docMkLst>
      <pc:sldChg chg="modSp mod">
        <pc:chgData name="Denise Moraes" userId="83496c533fe6baab" providerId="LiveId" clId="{D624E932-127C-4D9D-A93A-709326A73F24}" dt="2026-10-07T22:32:05.316" v="911" actId="6549"/>
        <pc:sldMkLst>
          <pc:docMk/>
          <pc:sldMk cId="212850535" sldId="256"/>
        </pc:sldMkLst>
        <pc:spChg chg="mod">
          <ac:chgData name="Denise Moraes" userId="83496c533fe6baab" providerId="LiveId" clId="{D624E932-127C-4D9D-A93A-709326A73F24}" dt="2026-10-07T22:32:00.317" v="910" actId="207"/>
          <ac:spMkLst>
            <pc:docMk/>
            <pc:sldMk cId="212850535" sldId="256"/>
            <ac:spMk id="4" creationId="{EF48FA01-5750-4F50-8F6F-DB68996F6FA7}"/>
          </ac:spMkLst>
        </pc:spChg>
        <pc:spChg chg="mod">
          <ac:chgData name="Denise Moraes" userId="83496c533fe6baab" providerId="LiveId" clId="{D624E932-127C-4D9D-A93A-709326A73F24}" dt="2026-10-07T22:32:05.316" v="911" actId="6549"/>
          <ac:spMkLst>
            <pc:docMk/>
            <pc:sldMk cId="212850535" sldId="256"/>
            <ac:spMk id="5" creationId="{5A418D4B-0EE2-4B59-A65E-B78ED9539D66}"/>
          </ac:spMkLst>
        </pc:spChg>
      </pc:sldChg>
      <pc:sldChg chg="modSp mod">
        <pc:chgData name="Denise Moraes" userId="83496c533fe6baab" providerId="LiveId" clId="{D624E932-127C-4D9D-A93A-709326A73F24}" dt="2026-10-07T21:36:36.947" v="156" actId="27636"/>
        <pc:sldMkLst>
          <pc:docMk/>
          <pc:sldMk cId="167032720" sldId="257"/>
        </pc:sldMkLst>
        <pc:spChg chg="mod">
          <ac:chgData name="Denise Moraes" userId="83496c533fe6baab" providerId="LiveId" clId="{D624E932-127C-4D9D-A93A-709326A73F24}" dt="2026-10-07T21:17:31.322" v="55" actId="27636"/>
          <ac:spMkLst>
            <pc:docMk/>
            <pc:sldMk cId="167032720" sldId="257"/>
            <ac:spMk id="4" creationId="{CDD7B58E-C6B2-4586-9CD6-5D84ABAC9B33}"/>
          </ac:spMkLst>
        </pc:spChg>
        <pc:spChg chg="mod">
          <ac:chgData name="Denise Moraes" userId="83496c533fe6baab" providerId="LiveId" clId="{D624E932-127C-4D9D-A93A-709326A73F24}" dt="2026-10-07T21:36:36.947" v="156" actId="27636"/>
          <ac:spMkLst>
            <pc:docMk/>
            <pc:sldMk cId="167032720" sldId="257"/>
            <ac:spMk id="5" creationId="{3DC98332-A30B-4B23-BC38-808881F3DFAA}"/>
          </ac:spMkLst>
        </pc:spChg>
        <pc:spChg chg="mod">
          <ac:chgData name="Denise Moraes" userId="83496c533fe6baab" providerId="LiveId" clId="{D624E932-127C-4D9D-A93A-709326A73F24}" dt="2026-10-07T21:17:31.308" v="52" actId="27636"/>
          <ac:spMkLst>
            <pc:docMk/>
            <pc:sldMk cId="167032720" sldId="257"/>
            <ac:spMk id="8" creationId="{C0B5601B-29C8-4217-8EDD-A257659AE84D}"/>
          </ac:spMkLst>
        </pc:spChg>
        <pc:spChg chg="mod">
          <ac:chgData name="Denise Moraes" userId="83496c533fe6baab" providerId="LiveId" clId="{D624E932-127C-4D9D-A93A-709326A73F24}" dt="2026-10-07T21:17:31.318" v="54" actId="27636"/>
          <ac:spMkLst>
            <pc:docMk/>
            <pc:sldMk cId="167032720" sldId="257"/>
            <ac:spMk id="12" creationId="{F539D0FE-9033-42BF-8CD7-AD7DCA0EDDBA}"/>
          </ac:spMkLst>
        </pc:spChg>
        <pc:spChg chg="mod">
          <ac:chgData name="Denise Moraes" userId="83496c533fe6baab" providerId="LiveId" clId="{D624E932-127C-4D9D-A93A-709326A73F24}" dt="2026-10-07T21:17:31.316" v="53" actId="27636"/>
          <ac:spMkLst>
            <pc:docMk/>
            <pc:sldMk cId="167032720" sldId="257"/>
            <ac:spMk id="16" creationId="{C60264EF-C9F4-423C-B819-D13AB0760E14}"/>
          </ac:spMkLst>
        </pc:spChg>
        <pc:spChg chg="mod">
          <ac:chgData name="Denise Moraes" userId="83496c533fe6baab" providerId="LiveId" clId="{D624E932-127C-4D9D-A93A-709326A73F24}" dt="2026-10-07T21:17:31.327" v="56" actId="27636"/>
          <ac:spMkLst>
            <pc:docMk/>
            <pc:sldMk cId="167032720" sldId="257"/>
            <ac:spMk id="20" creationId="{7F3D0932-42CF-4BF3-B309-CAAC65D56024}"/>
          </ac:spMkLst>
        </pc:spChg>
        <pc:spChg chg="mod">
          <ac:chgData name="Denise Moraes" userId="83496c533fe6baab" providerId="LiveId" clId="{D624E932-127C-4D9D-A93A-709326A73F24}" dt="2026-10-07T21:17:31.308" v="50" actId="27636"/>
          <ac:spMkLst>
            <pc:docMk/>
            <pc:sldMk cId="167032720" sldId="257"/>
            <ac:spMk id="24" creationId="{D3A57BFB-3C4F-4AB6-ADAF-937F00D92A12}"/>
          </ac:spMkLst>
        </pc:spChg>
        <pc:spChg chg="mod">
          <ac:chgData name="Denise Moraes" userId="83496c533fe6baab" providerId="LiveId" clId="{D624E932-127C-4D9D-A93A-709326A73F24}" dt="2026-10-07T21:17:31.328" v="57" actId="27636"/>
          <ac:spMkLst>
            <pc:docMk/>
            <pc:sldMk cId="167032720" sldId="257"/>
            <ac:spMk id="28" creationId="{CF3B1E1E-BBC1-44FF-9549-6A6E01E96A0E}"/>
          </ac:spMkLst>
        </pc:spChg>
      </pc:sldChg>
      <pc:sldChg chg="addSp modSp mod">
        <pc:chgData name="Denise Moraes" userId="83496c533fe6baab" providerId="LiveId" clId="{D624E932-127C-4D9D-A93A-709326A73F24}" dt="2026-10-07T21:27:37.375" v="145" actId="1076"/>
        <pc:sldMkLst>
          <pc:docMk/>
          <pc:sldMk cId="1472991652" sldId="258"/>
        </pc:sldMkLst>
        <pc:spChg chg="mod">
          <ac:chgData name="Denise Moraes" userId="83496c533fe6baab" providerId="LiveId" clId="{D624E932-127C-4D9D-A93A-709326A73F24}" dt="2026-10-07T21:17:31.028" v="7" actId="27636"/>
          <ac:spMkLst>
            <pc:docMk/>
            <pc:sldMk cId="1472991652" sldId="258"/>
            <ac:spMk id="4" creationId="{1B69E0A1-8BCE-4B53-9250-4644B89146DE}"/>
          </ac:spMkLst>
        </pc:spChg>
        <pc:spChg chg="mod">
          <ac:chgData name="Denise Moraes" userId="83496c533fe6baab" providerId="LiveId" clId="{D624E932-127C-4D9D-A93A-709326A73F24}" dt="2026-10-07T21:17:49.847" v="98" actId="27636"/>
          <ac:spMkLst>
            <pc:docMk/>
            <pc:sldMk cId="1472991652" sldId="258"/>
            <ac:spMk id="5" creationId="{2D87C82B-01AE-49F7-9187-7C6294F012E0}"/>
          </ac:spMkLst>
        </pc:spChg>
        <pc:spChg chg="mod">
          <ac:chgData name="Denise Moraes" userId="83496c533fe6baab" providerId="LiveId" clId="{D624E932-127C-4D9D-A93A-709326A73F24}" dt="2026-10-07T21:17:31.024" v="4" actId="27636"/>
          <ac:spMkLst>
            <pc:docMk/>
            <pc:sldMk cId="1472991652" sldId="258"/>
            <ac:spMk id="6" creationId="{C2E12B7D-F672-4F85-B369-AB92710F48AD}"/>
          </ac:spMkLst>
        </pc:spChg>
        <pc:spChg chg="mod">
          <ac:chgData name="Denise Moraes" userId="83496c533fe6baab" providerId="LiveId" clId="{D624E932-127C-4D9D-A93A-709326A73F24}" dt="2026-10-07T21:17:49.855" v="100" actId="27636"/>
          <ac:spMkLst>
            <pc:docMk/>
            <pc:sldMk cId="1472991652" sldId="258"/>
            <ac:spMk id="8" creationId="{D29BD1B6-55F9-40BD-A77E-EDC629CFFCB7}"/>
          </ac:spMkLst>
        </pc:spChg>
        <pc:spChg chg="mod">
          <ac:chgData name="Denise Moraes" userId="83496c533fe6baab" providerId="LiveId" clId="{D624E932-127C-4D9D-A93A-709326A73F24}" dt="2026-10-07T21:17:49.848" v="99" actId="27636"/>
          <ac:spMkLst>
            <pc:docMk/>
            <pc:sldMk cId="1472991652" sldId="258"/>
            <ac:spMk id="10" creationId="{85D3CDEC-1070-4695-87BC-D1FE41E51A15}"/>
          </ac:spMkLst>
        </pc:spChg>
        <pc:spChg chg="mod">
          <ac:chgData name="Denise Moraes" userId="83496c533fe6baab" providerId="LiveId" clId="{D624E932-127C-4D9D-A93A-709326A73F24}" dt="2026-10-07T21:17:49.686" v="97" actId="20577"/>
          <ac:spMkLst>
            <pc:docMk/>
            <pc:sldMk cId="1472991652" sldId="258"/>
            <ac:spMk id="12" creationId="{08797ADA-3F22-487F-A912-24AC2844CA78}"/>
          </ac:spMkLst>
        </pc:spChg>
        <pc:spChg chg="add mod">
          <ac:chgData name="Denise Moraes" userId="83496c533fe6baab" providerId="LiveId" clId="{D624E932-127C-4D9D-A93A-709326A73F24}" dt="2026-10-07T21:27:37.375" v="145" actId="1076"/>
          <ac:spMkLst>
            <pc:docMk/>
            <pc:sldMk cId="1472991652" sldId="258"/>
            <ac:spMk id="15" creationId="{C0C59937-398A-066F-4CEA-81DFCC2DEFB7}"/>
          </ac:spMkLst>
        </pc:spChg>
        <pc:picChg chg="mod">
          <ac:chgData name="Denise Moraes" userId="83496c533fe6baab" providerId="LiveId" clId="{D624E932-127C-4D9D-A93A-709326A73F24}" dt="2026-10-07T21:27:37.375" v="145" actId="1076"/>
          <ac:picMkLst>
            <pc:docMk/>
            <pc:sldMk cId="1472991652" sldId="258"/>
            <ac:picMk id="26" creationId="{00000000-0000-0000-0000-000000000000}"/>
          </ac:picMkLst>
        </pc:picChg>
      </pc:sldChg>
      <pc:sldChg chg="addSp delSp modSp mod">
        <pc:chgData name="Denise Moraes" userId="83496c533fe6baab" providerId="LiveId" clId="{D624E932-127C-4D9D-A93A-709326A73F24}" dt="2026-10-07T21:36:37.515" v="158"/>
        <pc:sldMkLst>
          <pc:docMk/>
          <pc:sldMk cId="534613891" sldId="259"/>
        </pc:sldMkLst>
        <pc:spChg chg="mod">
          <ac:chgData name="Denise Moraes" userId="83496c533fe6baab" providerId="LiveId" clId="{D624E932-127C-4D9D-A93A-709326A73F24}" dt="2026-10-07T21:17:31.119" v="19" actId="27636"/>
          <ac:spMkLst>
            <pc:docMk/>
            <pc:sldMk cId="534613891" sldId="259"/>
            <ac:spMk id="4" creationId="{CC492B9D-F292-4AD5-8BE4-8A3089680905}"/>
          </ac:spMkLst>
        </pc:spChg>
        <pc:spChg chg="mod">
          <ac:chgData name="Denise Moraes" userId="83496c533fe6baab" providerId="LiveId" clId="{D624E932-127C-4D9D-A93A-709326A73F24}" dt="2026-10-07T21:36:36.907" v="154" actId="27636"/>
          <ac:spMkLst>
            <pc:docMk/>
            <pc:sldMk cId="534613891" sldId="259"/>
            <ac:spMk id="5" creationId="{ECE0DDC7-0201-4B62-9EA8-91623949B07A}"/>
          </ac:spMkLst>
        </pc:spChg>
        <pc:spChg chg="mod">
          <ac:chgData name="Denise Moraes" userId="83496c533fe6baab" providerId="LiveId" clId="{D624E932-127C-4D9D-A93A-709326A73F24}" dt="2026-10-07T21:33:42.555" v="150" actId="1076"/>
          <ac:spMkLst>
            <pc:docMk/>
            <pc:sldMk cId="534613891" sldId="259"/>
            <ac:spMk id="6" creationId="{B24FCC8C-364B-4063-A2A5-7541FCA83B7F}"/>
          </ac:spMkLst>
        </pc:spChg>
        <pc:spChg chg="mod">
          <ac:chgData name="Denise Moraes" userId="83496c533fe6baab" providerId="LiveId" clId="{D624E932-127C-4D9D-A93A-709326A73F24}" dt="2026-10-07T21:17:31.103" v="13" actId="27636"/>
          <ac:spMkLst>
            <pc:docMk/>
            <pc:sldMk cId="534613891" sldId="259"/>
            <ac:spMk id="7" creationId="{B46535E0-BB0F-42C2-919A-D2D8784F2FFC}"/>
          </ac:spMkLst>
        </pc:spChg>
        <pc:spChg chg="mod">
          <ac:chgData name="Denise Moraes" userId="83496c533fe6baab" providerId="LiveId" clId="{D624E932-127C-4D9D-A93A-709326A73F24}" dt="2026-10-07T21:33:42.555" v="150" actId="1076"/>
          <ac:spMkLst>
            <pc:docMk/>
            <pc:sldMk cId="534613891" sldId="259"/>
            <ac:spMk id="8" creationId="{3C453DD1-8E2F-4F68-9908-C786463B889E}"/>
          </ac:spMkLst>
        </pc:spChg>
        <pc:spChg chg="mod">
          <ac:chgData name="Denise Moraes" userId="83496c533fe6baab" providerId="LiveId" clId="{D624E932-127C-4D9D-A93A-709326A73F24}" dt="2026-10-07T21:33:42.555" v="150" actId="1076"/>
          <ac:spMkLst>
            <pc:docMk/>
            <pc:sldMk cId="534613891" sldId="259"/>
            <ac:spMk id="10" creationId="{BBE2A574-8BCB-40B3-ADEE-E42F1616A654}"/>
          </ac:spMkLst>
        </pc:spChg>
        <pc:spChg chg="mod">
          <ac:chgData name="Denise Moraes" userId="83496c533fe6baab" providerId="LiveId" clId="{D624E932-127C-4D9D-A93A-709326A73F24}" dt="2026-10-07T21:33:42.555" v="150" actId="1076"/>
          <ac:spMkLst>
            <pc:docMk/>
            <pc:sldMk cId="534613891" sldId="259"/>
            <ac:spMk id="11" creationId="{37D6C93E-5373-4C95-9B9B-3D89CC188537}"/>
          </ac:spMkLst>
        </pc:spChg>
        <pc:spChg chg="mod">
          <ac:chgData name="Denise Moraes" userId="83496c533fe6baab" providerId="LiveId" clId="{D624E932-127C-4D9D-A93A-709326A73F24}" dt="2026-10-07T21:33:42.555" v="150" actId="1076"/>
          <ac:spMkLst>
            <pc:docMk/>
            <pc:sldMk cId="534613891" sldId="259"/>
            <ac:spMk id="12" creationId="{B9A51453-6F04-431B-BB26-28A187D81383}"/>
          </ac:spMkLst>
        </pc:spChg>
        <pc:spChg chg="mod">
          <ac:chgData name="Denise Moraes" userId="83496c533fe6baab" providerId="LiveId" clId="{D624E932-127C-4D9D-A93A-709326A73F24}" dt="2026-10-07T21:33:42.555" v="150" actId="1076"/>
          <ac:spMkLst>
            <pc:docMk/>
            <pc:sldMk cId="534613891" sldId="259"/>
            <ac:spMk id="14" creationId="{C9191793-F032-446A-AA88-0FA931D090A8}"/>
          </ac:spMkLst>
        </pc:spChg>
        <pc:spChg chg="mod">
          <ac:chgData name="Denise Moraes" userId="83496c533fe6baab" providerId="LiveId" clId="{D624E932-127C-4D9D-A93A-709326A73F24}" dt="2026-10-07T21:33:42.555" v="150" actId="1076"/>
          <ac:spMkLst>
            <pc:docMk/>
            <pc:sldMk cId="534613891" sldId="259"/>
            <ac:spMk id="15" creationId="{DFDAF991-CE0D-47E7-B5F8-600DBD688C7E}"/>
          </ac:spMkLst>
        </pc:spChg>
        <pc:spChg chg="mod">
          <ac:chgData name="Denise Moraes" userId="83496c533fe6baab" providerId="LiveId" clId="{D624E932-127C-4D9D-A93A-709326A73F24}" dt="2026-10-07T21:33:42.555" v="150" actId="1076"/>
          <ac:spMkLst>
            <pc:docMk/>
            <pc:sldMk cId="534613891" sldId="259"/>
            <ac:spMk id="16" creationId="{114E3552-F34A-4DD0-B76E-D370BB4D934D}"/>
          </ac:spMkLst>
        </pc:spChg>
        <pc:spChg chg="mod">
          <ac:chgData name="Denise Moraes" userId="83496c533fe6baab" providerId="LiveId" clId="{D624E932-127C-4D9D-A93A-709326A73F24}" dt="2026-10-07T21:17:31.110" v="16" actId="27636"/>
          <ac:spMkLst>
            <pc:docMk/>
            <pc:sldMk cId="534613891" sldId="259"/>
            <ac:spMk id="19" creationId="{30CFD351-8529-411F-A42A-D0544AF7CB8E}"/>
          </ac:spMkLst>
        </pc:spChg>
        <pc:spChg chg="mod">
          <ac:chgData name="Denise Moraes" userId="83496c533fe6baab" providerId="LiveId" clId="{D624E932-127C-4D9D-A93A-709326A73F24}" dt="2026-10-07T21:33:42.555" v="150" actId="1076"/>
          <ac:spMkLst>
            <pc:docMk/>
            <pc:sldMk cId="534613891" sldId="259"/>
            <ac:spMk id="20" creationId="{E47F954B-A3F4-4AEF-84AA-6DE024CF7BBC}"/>
          </ac:spMkLst>
        </pc:spChg>
        <pc:spChg chg="mod">
          <ac:chgData name="Denise Moraes" userId="83496c533fe6baab" providerId="LiveId" clId="{D624E932-127C-4D9D-A93A-709326A73F24}" dt="2026-10-07T21:33:42.555" v="150" actId="1076"/>
          <ac:spMkLst>
            <pc:docMk/>
            <pc:sldMk cId="534613891" sldId="259"/>
            <ac:spMk id="21" creationId="{FA1784E8-DFFD-48BF-83A6-819085F64FB2}"/>
          </ac:spMkLst>
        </pc:spChg>
        <pc:spChg chg="add">
          <ac:chgData name="Denise Moraes" userId="83496c533fe6baab" providerId="LiveId" clId="{D624E932-127C-4D9D-A93A-709326A73F24}" dt="2026-10-07T21:36:33.760" v="152" actId="22"/>
          <ac:spMkLst>
            <pc:docMk/>
            <pc:sldMk cId="534613891" sldId="259"/>
            <ac:spMk id="28" creationId="{78A4968D-D5A9-19EB-707B-86C6B11DEA89}"/>
          </ac:spMkLst>
        </pc:spChg>
        <pc:spChg chg="add del mod">
          <ac:chgData name="Denise Moraes" userId="83496c533fe6baab" providerId="LiveId" clId="{D624E932-127C-4D9D-A93A-709326A73F24}" dt="2026-10-07T21:36:37.515" v="158"/>
          <ac:spMkLst>
            <pc:docMk/>
            <pc:sldMk cId="534613891" sldId="259"/>
            <ac:spMk id="29" creationId="{944E7668-CC46-7CC5-6A78-4BB07D64FD59}"/>
          </ac:spMkLst>
        </pc:spChg>
        <pc:picChg chg="add mod">
          <ac:chgData name="Denise Moraes" userId="83496c533fe6baab" providerId="LiveId" clId="{D624E932-127C-4D9D-A93A-709326A73F24}" dt="2026-10-07T21:33:45.573" v="151" actId="1076"/>
          <ac:picMkLst>
            <pc:docMk/>
            <pc:sldMk cId="534613891" sldId="259"/>
            <ac:picMk id="26" creationId="{93CB80D0-D0C2-79BF-6B76-B96689F09519}"/>
          </ac:picMkLst>
        </pc:picChg>
      </pc:sldChg>
      <pc:sldChg chg="modSp mod">
        <pc:chgData name="Denise Moraes" userId="83496c533fe6baab" providerId="LiveId" clId="{D624E932-127C-4D9D-A93A-709326A73F24}" dt="2026-10-07T21:39:39.128" v="200" actId="27636"/>
        <pc:sldMkLst>
          <pc:docMk/>
          <pc:sldMk cId="1010275559" sldId="260"/>
        </pc:sldMkLst>
        <pc:spChg chg="mod">
          <ac:chgData name="Denise Moraes" userId="83496c533fe6baab" providerId="LiveId" clId="{D624E932-127C-4D9D-A93A-709326A73F24}" dt="2026-10-07T21:17:31.131" v="21" actId="27636"/>
          <ac:spMkLst>
            <pc:docMk/>
            <pc:sldMk cId="1010275559" sldId="260"/>
            <ac:spMk id="4" creationId="{85FB4854-5220-4748-89AD-F5A800E4D605}"/>
          </ac:spMkLst>
        </pc:spChg>
        <pc:spChg chg="mod">
          <ac:chgData name="Denise Moraes" userId="83496c533fe6baab" providerId="LiveId" clId="{D624E932-127C-4D9D-A93A-709326A73F24}" dt="2026-10-07T21:39:39.128" v="200" actId="27636"/>
          <ac:spMkLst>
            <pc:docMk/>
            <pc:sldMk cId="1010275559" sldId="260"/>
            <ac:spMk id="5" creationId="{FDD1FBDC-C367-49B1-AB44-2EB181C988D8}"/>
          </ac:spMkLst>
        </pc:spChg>
        <pc:spChg chg="mod">
          <ac:chgData name="Denise Moraes" userId="83496c533fe6baab" providerId="LiveId" clId="{D624E932-127C-4D9D-A93A-709326A73F24}" dt="2026-10-07T21:17:31.129" v="20" actId="27636"/>
          <ac:spMkLst>
            <pc:docMk/>
            <pc:sldMk cId="1010275559" sldId="260"/>
            <ac:spMk id="8" creationId="{E78DBF20-2F49-4757-8A0A-13327DC3255D}"/>
          </ac:spMkLst>
        </pc:spChg>
        <pc:spChg chg="mod">
          <ac:chgData name="Denise Moraes" userId="83496c533fe6baab" providerId="LiveId" clId="{D624E932-127C-4D9D-A93A-709326A73F24}" dt="2026-10-07T21:39:39.125" v="199" actId="27636"/>
          <ac:spMkLst>
            <pc:docMk/>
            <pc:sldMk cId="1010275559" sldId="260"/>
            <ac:spMk id="9" creationId="{23F22476-8076-4D84-B2B3-21B1EFC4FB54}"/>
          </ac:spMkLst>
        </pc:spChg>
      </pc:sldChg>
      <pc:sldChg chg="addSp delSp modSp mod">
        <pc:chgData name="Denise Moraes" userId="83496c533fe6baab" providerId="LiveId" clId="{D624E932-127C-4D9D-A93A-709326A73F24}" dt="2026-10-07T21:51:06.559" v="211" actId="20577"/>
        <pc:sldMkLst>
          <pc:docMk/>
          <pc:sldMk cId="731362320" sldId="261"/>
        </pc:sldMkLst>
        <pc:spChg chg="mod">
          <ac:chgData name="Denise Moraes" userId="83496c533fe6baab" providerId="LiveId" clId="{D624E932-127C-4D9D-A93A-709326A73F24}" dt="2026-10-07T21:17:31.157" v="27" actId="27636"/>
          <ac:spMkLst>
            <pc:docMk/>
            <pc:sldMk cId="731362320" sldId="261"/>
            <ac:spMk id="4" creationId="{8D4B56F3-CE5D-4ACA-B01A-EB59BC294648}"/>
          </ac:spMkLst>
        </pc:spChg>
        <pc:spChg chg="mod">
          <ac:chgData name="Denise Moraes" userId="83496c533fe6baab" providerId="LiveId" clId="{D624E932-127C-4D9D-A93A-709326A73F24}" dt="2026-10-07T21:36:36.927" v="155" actId="27636"/>
          <ac:spMkLst>
            <pc:docMk/>
            <pc:sldMk cId="731362320" sldId="261"/>
            <ac:spMk id="5" creationId="{C145B903-020B-4C05-A128-57F6063904BC}"/>
          </ac:spMkLst>
        </pc:spChg>
        <pc:spChg chg="mod">
          <ac:chgData name="Denise Moraes" userId="83496c533fe6baab" providerId="LiveId" clId="{D624E932-127C-4D9D-A93A-709326A73F24}" dt="2026-10-07T21:17:31.149" v="25" actId="27636"/>
          <ac:spMkLst>
            <pc:docMk/>
            <pc:sldMk cId="731362320" sldId="261"/>
            <ac:spMk id="6" creationId="{01AFE108-8A5A-45EB-ADA7-FCFE8DD6D655}"/>
          </ac:spMkLst>
        </pc:spChg>
        <pc:spChg chg="mod">
          <ac:chgData name="Denise Moraes" userId="83496c533fe6baab" providerId="LiveId" clId="{D624E932-127C-4D9D-A93A-709326A73F24}" dt="2026-10-07T21:17:31.158" v="28" actId="27636"/>
          <ac:spMkLst>
            <pc:docMk/>
            <pc:sldMk cId="731362320" sldId="261"/>
            <ac:spMk id="7" creationId="{77BA727C-CD48-4344-B066-B3CB9C8413C6}"/>
          </ac:spMkLst>
        </pc:spChg>
        <pc:spChg chg="mod">
          <ac:chgData name="Denise Moraes" userId="83496c533fe6baab" providerId="LiveId" clId="{D624E932-127C-4D9D-A93A-709326A73F24}" dt="2026-10-07T21:17:31.149" v="26" actId="27636"/>
          <ac:spMkLst>
            <pc:docMk/>
            <pc:sldMk cId="731362320" sldId="261"/>
            <ac:spMk id="10" creationId="{18581B95-6DD9-459F-8007-A80467FB243F}"/>
          </ac:spMkLst>
        </pc:spChg>
        <pc:spChg chg="mod">
          <ac:chgData name="Denise Moraes" userId="83496c533fe6baab" providerId="LiveId" clId="{D624E932-127C-4D9D-A93A-709326A73F24}" dt="2026-10-07T21:37:14.608" v="165" actId="14100"/>
          <ac:spMkLst>
            <pc:docMk/>
            <pc:sldMk cId="731362320" sldId="261"/>
            <ac:spMk id="13" creationId="{1C991DD0-7181-4DAF-89D9-CBFE31D4D1AB}"/>
          </ac:spMkLst>
        </pc:spChg>
        <pc:spChg chg="mod">
          <ac:chgData name="Denise Moraes" userId="83496c533fe6baab" providerId="LiveId" clId="{D624E932-127C-4D9D-A93A-709326A73F24}" dt="2026-10-07T21:38:10.408" v="190" actId="403"/>
          <ac:spMkLst>
            <pc:docMk/>
            <pc:sldMk cId="731362320" sldId="261"/>
            <ac:spMk id="14" creationId="{87A0DC8C-D420-4006-81AF-E45881B94992}"/>
          </ac:spMkLst>
        </pc:spChg>
        <pc:spChg chg="add mod">
          <ac:chgData name="Denise Moraes" userId="83496c533fe6baab" providerId="LiveId" clId="{D624E932-127C-4D9D-A93A-709326A73F24}" dt="2026-10-07T21:39:41.035" v="201" actId="1076"/>
          <ac:spMkLst>
            <pc:docMk/>
            <pc:sldMk cId="731362320" sldId="261"/>
            <ac:spMk id="19" creationId="{0FCC4833-9A2C-102C-274F-CC62AE1EE4F6}"/>
          </ac:spMkLst>
        </pc:spChg>
        <pc:spChg chg="add mod">
          <ac:chgData name="Denise Moraes" userId="83496c533fe6baab" providerId="LiveId" clId="{D624E932-127C-4D9D-A93A-709326A73F24}" dt="2026-10-07T21:51:06.559" v="211" actId="20577"/>
          <ac:spMkLst>
            <pc:docMk/>
            <pc:sldMk cId="731362320" sldId="261"/>
            <ac:spMk id="22" creationId="{CFAA6F4E-C723-4A85-F37E-744944AADFE2}"/>
          </ac:spMkLst>
        </pc:spChg>
        <pc:picChg chg="add mod">
          <ac:chgData name="Denise Moraes" userId="83496c533fe6baab" providerId="LiveId" clId="{D624E932-127C-4D9D-A93A-709326A73F24}" dt="2026-10-07T21:50:34.726" v="207" actId="1076"/>
          <ac:picMkLst>
            <pc:docMk/>
            <pc:sldMk cId="731362320" sldId="261"/>
            <ac:picMk id="16" creationId="{B00E0507-A4F4-E058-291D-1F4853B265DB}"/>
          </ac:picMkLst>
        </pc:picChg>
        <pc:picChg chg="add del mod">
          <ac:chgData name="Denise Moraes" userId="83496c533fe6baab" providerId="LiveId" clId="{D624E932-127C-4D9D-A93A-709326A73F24}" dt="2026-10-07T21:37:55.480" v="176" actId="478"/>
          <ac:picMkLst>
            <pc:docMk/>
            <pc:sldMk cId="731362320" sldId="261"/>
            <ac:picMk id="17" creationId="{DB6FE092-8FED-4C2E-C76A-12CEB53A7AAF}"/>
          </ac:picMkLst>
        </pc:picChg>
        <pc:picChg chg="add mod">
          <ac:chgData name="Denise Moraes" userId="83496c533fe6baab" providerId="LiveId" clId="{D624E932-127C-4D9D-A93A-709326A73F24}" dt="2026-10-07T21:50:37.479" v="208" actId="14100"/>
          <ac:picMkLst>
            <pc:docMk/>
            <pc:sldMk cId="731362320" sldId="261"/>
            <ac:picMk id="20" creationId="{A880C803-8EB9-6069-E8A2-C98649E260B4}"/>
          </ac:picMkLst>
        </pc:picChg>
      </pc:sldChg>
      <pc:sldChg chg="addSp modSp mod">
        <pc:chgData name="Denise Moraes" userId="83496c533fe6baab" providerId="LiveId" clId="{D624E932-127C-4D9D-A93A-709326A73F24}" dt="2026-10-07T21:53:14.134" v="252" actId="13926"/>
        <pc:sldMkLst>
          <pc:docMk/>
          <pc:sldMk cId="790365553" sldId="262"/>
        </pc:sldMkLst>
        <pc:spChg chg="mod">
          <ac:chgData name="Denise Moraes" userId="83496c533fe6baab" providerId="LiveId" clId="{D624E932-127C-4D9D-A93A-709326A73F24}" dt="2026-10-07T21:17:31.175" v="31" actId="27636"/>
          <ac:spMkLst>
            <pc:docMk/>
            <pc:sldMk cId="790365553" sldId="262"/>
            <ac:spMk id="4" creationId="{B9EBC3AC-B011-407C-B200-3D455D132183}"/>
          </ac:spMkLst>
        </pc:spChg>
        <pc:spChg chg="mod">
          <ac:chgData name="Denise Moraes" userId="83496c533fe6baab" providerId="LiveId" clId="{D624E932-127C-4D9D-A93A-709326A73F24}" dt="2026-10-07T21:39:39.027" v="197" actId="27636"/>
          <ac:spMkLst>
            <pc:docMk/>
            <pc:sldMk cId="790365553" sldId="262"/>
            <ac:spMk id="5" creationId="{86B85321-9783-40CB-8678-B5762D67FD84}"/>
          </ac:spMkLst>
        </pc:spChg>
        <pc:spChg chg="mod">
          <ac:chgData name="Denise Moraes" userId="83496c533fe6baab" providerId="LiveId" clId="{D624E932-127C-4D9D-A93A-709326A73F24}" dt="2026-10-07T21:39:39.019" v="196" actId="27636"/>
          <ac:spMkLst>
            <pc:docMk/>
            <pc:sldMk cId="790365553" sldId="262"/>
            <ac:spMk id="7" creationId="{28B1A99B-1909-4457-8FB7-FC5C8FE3D802}"/>
          </ac:spMkLst>
        </pc:spChg>
        <pc:spChg chg="mod">
          <ac:chgData name="Denise Moraes" userId="83496c533fe6baab" providerId="LiveId" clId="{D624E932-127C-4D9D-A93A-709326A73F24}" dt="2026-10-07T21:39:39.028" v="198" actId="27636"/>
          <ac:spMkLst>
            <pc:docMk/>
            <pc:sldMk cId="790365553" sldId="262"/>
            <ac:spMk id="9" creationId="{4D7ED6D9-33A3-45A8-9E60-1DF978CF2D1E}"/>
          </ac:spMkLst>
        </pc:spChg>
        <pc:spChg chg="mod">
          <ac:chgData name="Denise Moraes" userId="83496c533fe6baab" providerId="LiveId" clId="{D624E932-127C-4D9D-A93A-709326A73F24}" dt="2026-10-07T21:17:31.169" v="30" actId="27636"/>
          <ac:spMkLst>
            <pc:docMk/>
            <pc:sldMk cId="790365553" sldId="262"/>
            <ac:spMk id="12" creationId="{705666DF-0832-40E4-8DCA-5A01A66578EF}"/>
          </ac:spMkLst>
        </pc:spChg>
        <pc:spChg chg="add mod">
          <ac:chgData name="Denise Moraes" userId="83496c533fe6baab" providerId="LiveId" clId="{D624E932-127C-4D9D-A93A-709326A73F24}" dt="2026-10-07T21:51:35.576" v="216" actId="20577"/>
          <ac:spMkLst>
            <pc:docMk/>
            <pc:sldMk cId="790365553" sldId="262"/>
            <ac:spMk id="15" creationId="{AD2B7DCA-3426-654D-C5FB-2EF0C2FF5B2F}"/>
          </ac:spMkLst>
        </pc:spChg>
        <pc:spChg chg="add mod">
          <ac:chgData name="Denise Moraes" userId="83496c533fe6baab" providerId="LiveId" clId="{D624E932-127C-4D9D-A93A-709326A73F24}" dt="2026-10-07T21:53:14.134" v="252" actId="13926"/>
          <ac:spMkLst>
            <pc:docMk/>
            <pc:sldMk cId="790365553" sldId="262"/>
            <ac:spMk id="17" creationId="{B0E0DB7E-8DB1-018A-A826-D42F5431AB70}"/>
          </ac:spMkLst>
        </pc:spChg>
        <pc:picChg chg="mod">
          <ac:chgData name="Denise Moraes" userId="83496c533fe6baab" providerId="LiveId" clId="{D624E932-127C-4D9D-A93A-709326A73F24}" dt="2026-10-07T21:51:29.119" v="214" actId="1076"/>
          <ac:picMkLst>
            <pc:docMk/>
            <pc:sldMk cId="790365553" sldId="262"/>
            <ac:picMk id="26" creationId="{00000000-0000-0000-0000-000000000000}"/>
          </ac:picMkLst>
        </pc:picChg>
      </pc:sldChg>
      <pc:sldChg chg="modSp mod">
        <pc:chgData name="Denise Moraes" userId="83496c533fe6baab" providerId="LiveId" clId="{D624E932-127C-4D9D-A93A-709326A73F24}" dt="2026-10-07T21:55:26.109" v="304" actId="27636"/>
        <pc:sldMkLst>
          <pc:docMk/>
          <pc:sldMk cId="1589725363" sldId="263"/>
        </pc:sldMkLst>
        <pc:spChg chg="mod">
          <ac:chgData name="Denise Moraes" userId="83496c533fe6baab" providerId="LiveId" clId="{D624E932-127C-4D9D-A93A-709326A73F24}" dt="2026-10-07T21:17:31.192" v="35" actId="27636"/>
          <ac:spMkLst>
            <pc:docMk/>
            <pc:sldMk cId="1589725363" sldId="263"/>
            <ac:spMk id="4" creationId="{42778DBD-E285-40B8-82BB-B17E7E595570}"/>
          </ac:spMkLst>
        </pc:spChg>
        <pc:spChg chg="mod">
          <ac:chgData name="Denise Moraes" userId="83496c533fe6baab" providerId="LiveId" clId="{D624E932-127C-4D9D-A93A-709326A73F24}" dt="2026-10-07T21:55:26.109" v="304" actId="27636"/>
          <ac:spMkLst>
            <pc:docMk/>
            <pc:sldMk cId="1589725363" sldId="263"/>
            <ac:spMk id="5" creationId="{2C3AD2F5-65CB-4287-BCB0-DA78BC74131E}"/>
          </ac:spMkLst>
        </pc:spChg>
        <pc:spChg chg="mod">
          <ac:chgData name="Denise Moraes" userId="83496c533fe6baab" providerId="LiveId" clId="{D624E932-127C-4D9D-A93A-709326A73F24}" dt="2026-10-07T21:17:31.199" v="36" actId="27636"/>
          <ac:spMkLst>
            <pc:docMk/>
            <pc:sldMk cId="1589725363" sldId="263"/>
            <ac:spMk id="9" creationId="{7B8A68DC-4356-413E-95D8-7DCA6D91C119}"/>
          </ac:spMkLst>
        </pc:spChg>
      </pc:sldChg>
      <pc:sldChg chg="modSp mod">
        <pc:chgData name="Denise Moraes" userId="83496c533fe6baab" providerId="LiveId" clId="{D624E932-127C-4D9D-A93A-709326A73F24}" dt="2026-10-07T21:55:26.139" v="305" actId="27636"/>
        <pc:sldMkLst>
          <pc:docMk/>
          <pc:sldMk cId="470861531" sldId="264"/>
        </pc:sldMkLst>
        <pc:spChg chg="mod">
          <ac:chgData name="Denise Moraes" userId="83496c533fe6baab" providerId="LiveId" clId="{D624E932-127C-4D9D-A93A-709326A73F24}" dt="2026-10-07T21:17:31.211" v="38" actId="27636"/>
          <ac:spMkLst>
            <pc:docMk/>
            <pc:sldMk cId="470861531" sldId="264"/>
            <ac:spMk id="4" creationId="{B396B1F2-0DAD-4C3D-898F-455271511FD3}"/>
          </ac:spMkLst>
        </pc:spChg>
        <pc:spChg chg="mod">
          <ac:chgData name="Denise Moraes" userId="83496c533fe6baab" providerId="LiveId" clId="{D624E932-127C-4D9D-A93A-709326A73F24}" dt="2026-10-07T21:55:26.139" v="305" actId="27636"/>
          <ac:spMkLst>
            <pc:docMk/>
            <pc:sldMk cId="470861531" sldId="264"/>
            <ac:spMk id="5" creationId="{CFE4BDE1-B094-4527-9244-0CFAF1632C78}"/>
          </ac:spMkLst>
        </pc:spChg>
        <pc:spChg chg="mod">
          <ac:chgData name="Denise Moraes" userId="83496c533fe6baab" providerId="LiveId" clId="{D624E932-127C-4D9D-A93A-709326A73F24}" dt="2026-10-07T21:53:48.790" v="297" actId="20577"/>
          <ac:spMkLst>
            <pc:docMk/>
            <pc:sldMk cId="470861531" sldId="264"/>
            <ac:spMk id="11" creationId="{CB795866-5452-472B-9359-AA2F278CB979}"/>
          </ac:spMkLst>
        </pc:spChg>
      </pc:sldChg>
      <pc:sldChg chg="addSp modSp mod">
        <pc:chgData name="Denise Moraes" userId="83496c533fe6baab" providerId="LiveId" clId="{D624E932-127C-4D9D-A93A-709326A73F24}" dt="2026-10-07T21:55:39.479" v="308" actId="1076"/>
        <pc:sldMkLst>
          <pc:docMk/>
          <pc:sldMk cId="177774480" sldId="265"/>
        </pc:sldMkLst>
        <pc:spChg chg="mod">
          <ac:chgData name="Denise Moraes" userId="83496c533fe6baab" providerId="LiveId" clId="{D624E932-127C-4D9D-A93A-709326A73F24}" dt="2026-10-07T21:17:31.230" v="41" actId="27636"/>
          <ac:spMkLst>
            <pc:docMk/>
            <pc:sldMk cId="177774480" sldId="265"/>
            <ac:spMk id="4" creationId="{C0C114E6-D0B9-48ED-8ADF-9E44DAFB50C9}"/>
          </ac:spMkLst>
        </pc:spChg>
        <pc:spChg chg="mod">
          <ac:chgData name="Denise Moraes" userId="83496c533fe6baab" providerId="LiveId" clId="{D624E932-127C-4D9D-A93A-709326A73F24}" dt="2026-10-07T21:55:26.072" v="301" actId="27636"/>
          <ac:spMkLst>
            <pc:docMk/>
            <pc:sldMk cId="177774480" sldId="265"/>
            <ac:spMk id="5" creationId="{5E3B6DCD-C89E-468D-8BF0-9AF26EA5CDC6}"/>
          </ac:spMkLst>
        </pc:spChg>
        <pc:spChg chg="mod">
          <ac:chgData name="Denise Moraes" userId="83496c533fe6baab" providerId="LiveId" clId="{D624E932-127C-4D9D-A93A-709326A73F24}" dt="2026-10-07T21:17:31.232" v="42" actId="27636"/>
          <ac:spMkLst>
            <pc:docMk/>
            <pc:sldMk cId="177774480" sldId="265"/>
            <ac:spMk id="6" creationId="{0CE3509C-A12F-4E8E-BA16-E7ABC6C1A258}"/>
          </ac:spMkLst>
        </pc:spChg>
        <pc:spChg chg="mod">
          <ac:chgData name="Denise Moraes" userId="83496c533fe6baab" providerId="LiveId" clId="{D624E932-127C-4D9D-A93A-709326A73F24}" dt="2026-10-07T21:17:31.228" v="40" actId="27636"/>
          <ac:spMkLst>
            <pc:docMk/>
            <pc:sldMk cId="177774480" sldId="265"/>
            <ac:spMk id="8" creationId="{D7A9843B-2FEC-4BDA-88CF-185A3D27A468}"/>
          </ac:spMkLst>
        </pc:spChg>
        <pc:spChg chg="mod">
          <ac:chgData name="Denise Moraes" userId="83496c533fe6baab" providerId="LiveId" clId="{D624E932-127C-4D9D-A93A-709326A73F24}" dt="2026-10-07T21:17:31.225" v="39" actId="27636"/>
          <ac:spMkLst>
            <pc:docMk/>
            <pc:sldMk cId="177774480" sldId="265"/>
            <ac:spMk id="10" creationId="{27D26D38-0C2C-4A4F-8B9C-A6359032D86B}"/>
          </ac:spMkLst>
        </pc:spChg>
        <pc:spChg chg="add mod">
          <ac:chgData name="Denise Moraes" userId="83496c533fe6baab" providerId="LiveId" clId="{D624E932-127C-4D9D-A93A-709326A73F24}" dt="2026-10-07T21:55:24.249" v="299" actId="1076"/>
          <ac:spMkLst>
            <pc:docMk/>
            <pc:sldMk cId="177774480" sldId="265"/>
            <ac:spMk id="13" creationId="{794CC354-2E75-1524-541E-A926C30022E0}"/>
          </ac:spMkLst>
        </pc:spChg>
        <pc:spChg chg="add mod">
          <ac:chgData name="Denise Moraes" userId="83496c533fe6baab" providerId="LiveId" clId="{D624E932-127C-4D9D-A93A-709326A73F24}" dt="2026-10-07T21:55:31.450" v="306" actId="1076"/>
          <ac:spMkLst>
            <pc:docMk/>
            <pc:sldMk cId="177774480" sldId="265"/>
            <ac:spMk id="14" creationId="{74541C5A-FF5D-E091-A49F-7F61B540FC61}"/>
          </ac:spMkLst>
        </pc:spChg>
        <pc:spChg chg="add mod">
          <ac:chgData name="Denise Moraes" userId="83496c533fe6baab" providerId="LiveId" clId="{D624E932-127C-4D9D-A93A-709326A73F24}" dt="2026-10-07T21:55:39.479" v="308" actId="1076"/>
          <ac:spMkLst>
            <pc:docMk/>
            <pc:sldMk cId="177774480" sldId="265"/>
            <ac:spMk id="15" creationId="{BB2B17E4-2FB5-DCB2-FB5F-E794AA8D97B1}"/>
          </ac:spMkLst>
        </pc:spChg>
      </pc:sldChg>
      <pc:sldChg chg="addSp modSp mod">
        <pc:chgData name="Denise Moraes" userId="83496c533fe6baab" providerId="LiveId" clId="{D624E932-127C-4D9D-A93A-709326A73F24}" dt="2026-10-07T21:56:12.739" v="314" actId="207"/>
        <pc:sldMkLst>
          <pc:docMk/>
          <pc:sldMk cId="1646207464" sldId="266"/>
        </pc:sldMkLst>
        <pc:spChg chg="mod">
          <ac:chgData name="Denise Moraes" userId="83496c533fe6baab" providerId="LiveId" clId="{D624E932-127C-4D9D-A93A-709326A73F24}" dt="2026-10-07T21:17:31.255" v="45" actId="27636"/>
          <ac:spMkLst>
            <pc:docMk/>
            <pc:sldMk cId="1646207464" sldId="266"/>
            <ac:spMk id="4" creationId="{D50C1481-CEF2-4C16-9FC2-D66D96CF9F2C}"/>
          </ac:spMkLst>
        </pc:spChg>
        <pc:spChg chg="mod">
          <ac:chgData name="Denise Moraes" userId="83496c533fe6baab" providerId="LiveId" clId="{D624E932-127C-4D9D-A93A-709326A73F24}" dt="2026-10-07T21:55:26.089" v="302" actId="27636"/>
          <ac:spMkLst>
            <pc:docMk/>
            <pc:sldMk cId="1646207464" sldId="266"/>
            <ac:spMk id="5" creationId="{D4290104-7AD0-4A2C-8DE0-37E51350D22C}"/>
          </ac:spMkLst>
        </pc:spChg>
        <pc:spChg chg="add mod">
          <ac:chgData name="Denise Moraes" userId="83496c533fe6baab" providerId="LiveId" clId="{D624E932-127C-4D9D-A93A-709326A73F24}" dt="2026-10-07T21:56:12.739" v="314" actId="207"/>
          <ac:spMkLst>
            <pc:docMk/>
            <pc:sldMk cId="1646207464" sldId="266"/>
            <ac:spMk id="13" creationId="{7B280260-C3A5-858F-EB89-9168D2BF97FE}"/>
          </ac:spMkLst>
        </pc:spChg>
        <pc:spChg chg="add mod">
          <ac:chgData name="Denise Moraes" userId="83496c533fe6baab" providerId="LiveId" clId="{D624E932-127C-4D9D-A93A-709326A73F24}" dt="2026-10-07T21:56:12.739" v="314" actId="207"/>
          <ac:spMkLst>
            <pc:docMk/>
            <pc:sldMk cId="1646207464" sldId="266"/>
            <ac:spMk id="15" creationId="{8FB5B867-8E16-FE98-30AA-86FBAF15BBF5}"/>
          </ac:spMkLst>
        </pc:spChg>
      </pc:sldChg>
      <pc:sldChg chg="modSp mod">
        <pc:chgData name="Denise Moraes" userId="83496c533fe6baab" providerId="LiveId" clId="{D624E932-127C-4D9D-A93A-709326A73F24}" dt="2026-10-07T22:29:15.387" v="736" actId="27636"/>
        <pc:sldMkLst>
          <pc:docMk/>
          <pc:sldMk cId="47343060" sldId="267"/>
        </pc:sldMkLst>
        <pc:spChg chg="mod">
          <ac:chgData name="Denise Moraes" userId="83496c533fe6baab" providerId="LiveId" clId="{D624E932-127C-4D9D-A93A-709326A73F24}" dt="2026-10-07T21:17:31.287" v="46" actId="27636"/>
          <ac:spMkLst>
            <pc:docMk/>
            <pc:sldMk cId="47343060" sldId="267"/>
            <ac:spMk id="4" creationId="{4C8D8D71-5E1C-49A9-8029-AC2087E183F4}"/>
          </ac:spMkLst>
        </pc:spChg>
        <pc:spChg chg="mod">
          <ac:chgData name="Denise Moraes" userId="83496c533fe6baab" providerId="LiveId" clId="{D624E932-127C-4D9D-A93A-709326A73F24}" dt="2026-10-07T21:55:26.102" v="303" actId="27636"/>
          <ac:spMkLst>
            <pc:docMk/>
            <pc:sldMk cId="47343060" sldId="267"/>
            <ac:spMk id="5" creationId="{3FCDA206-9D46-4F95-9B56-BD782017C3C8}"/>
          </ac:spMkLst>
        </pc:spChg>
        <pc:spChg chg="mod">
          <ac:chgData name="Denise Moraes" userId="83496c533fe6baab" providerId="LiveId" clId="{D624E932-127C-4D9D-A93A-709326A73F24}" dt="2026-10-07T21:17:31.295" v="48" actId="27636"/>
          <ac:spMkLst>
            <pc:docMk/>
            <pc:sldMk cId="47343060" sldId="267"/>
            <ac:spMk id="6" creationId="{3A11F983-F424-4416-B689-CDCCC3AC0312}"/>
          </ac:spMkLst>
        </pc:spChg>
        <pc:spChg chg="mod">
          <ac:chgData name="Denise Moraes" userId="83496c533fe6baab" providerId="LiveId" clId="{D624E932-127C-4D9D-A93A-709326A73F24}" dt="2026-10-07T21:17:31.295" v="49" actId="27636"/>
          <ac:spMkLst>
            <pc:docMk/>
            <pc:sldMk cId="47343060" sldId="267"/>
            <ac:spMk id="9" creationId="{AF274CE0-452F-4952-8660-87ECC3A9A691}"/>
          </ac:spMkLst>
        </pc:spChg>
        <pc:spChg chg="mod">
          <ac:chgData name="Denise Moraes" userId="83496c533fe6baab" providerId="LiveId" clId="{D624E932-127C-4D9D-A93A-709326A73F24}" dt="2026-10-07T22:29:15.387" v="736" actId="27636"/>
          <ac:spMkLst>
            <pc:docMk/>
            <pc:sldMk cId="47343060" sldId="267"/>
            <ac:spMk id="13" creationId="{50588373-50E1-4017-AEF5-84EC79A66A87}"/>
          </ac:spMkLst>
        </pc:spChg>
      </pc:sldChg>
      <pc:sldChg chg="new del">
        <pc:chgData name="Denise Moraes" userId="83496c533fe6baab" providerId="LiveId" clId="{D624E932-127C-4D9D-A93A-709326A73F24}" dt="2026-10-07T22:29:20.247" v="738" actId="47"/>
        <pc:sldMkLst>
          <pc:docMk/>
          <pc:sldMk cId="3222782092" sldId="268"/>
        </pc:sldMkLst>
      </pc:sldChg>
      <pc:sldChg chg="modSp add del mod">
        <pc:chgData name="Denise Moraes" userId="83496c533fe6baab" providerId="LiveId" clId="{D624E932-127C-4D9D-A93A-709326A73F24}" dt="2026-10-07T22:29:17.973" v="737" actId="47"/>
        <pc:sldMkLst>
          <pc:docMk/>
          <pc:sldMk cId="716152276" sldId="269"/>
        </pc:sldMkLst>
        <pc:spChg chg="mod">
          <ac:chgData name="Denise Moraes" userId="83496c533fe6baab" providerId="LiveId" clId="{D624E932-127C-4D9D-A93A-709326A73F24}" dt="2026-10-07T22:28:52.638" v="699" actId="20577"/>
          <ac:spMkLst>
            <pc:docMk/>
            <pc:sldMk cId="716152276" sldId="269"/>
            <ac:spMk id="2" creationId="{99C92614-E2C9-FD25-9260-B9B78037CEE5}"/>
          </ac:spMkLst>
        </pc:spChg>
      </pc:sldChg>
      <pc:sldChg chg="addSp delSp modSp new mod">
        <pc:chgData name="Denise Moraes" userId="83496c533fe6baab" providerId="LiveId" clId="{D624E932-127C-4D9D-A93A-709326A73F24}" dt="2026-10-07T22:12:52.727" v="449" actId="1076"/>
        <pc:sldMkLst>
          <pc:docMk/>
          <pc:sldMk cId="311958949" sldId="270"/>
        </pc:sldMkLst>
        <pc:spChg chg="add mod">
          <ac:chgData name="Denise Moraes" userId="83496c533fe6baab" providerId="LiveId" clId="{D624E932-127C-4D9D-A93A-709326A73F24}" dt="2026-10-07T22:12:52.727" v="449" actId="1076"/>
          <ac:spMkLst>
            <pc:docMk/>
            <pc:sldMk cId="311958949" sldId="270"/>
            <ac:spMk id="6" creationId="{090CC6E9-3095-28DD-4E90-3A2EAD2E114E}"/>
          </ac:spMkLst>
        </pc:spChg>
        <pc:picChg chg="add mod modCrop">
          <ac:chgData name="Denise Moraes" userId="83496c533fe6baab" providerId="LiveId" clId="{D624E932-127C-4D9D-A93A-709326A73F24}" dt="2026-10-07T22:11:30.136" v="360" actId="1076"/>
          <ac:picMkLst>
            <pc:docMk/>
            <pc:sldMk cId="311958949" sldId="270"/>
            <ac:picMk id="3" creationId="{EA1DDF1F-23AC-1D98-D9A5-7010A4A43416}"/>
          </ac:picMkLst>
        </pc:picChg>
        <pc:picChg chg="add del mod modCrop">
          <ac:chgData name="Denise Moraes" userId="83496c533fe6baab" providerId="LiveId" clId="{D624E932-127C-4D9D-A93A-709326A73F24}" dt="2026-10-07T22:11:23.299" v="358" actId="21"/>
          <ac:picMkLst>
            <pc:docMk/>
            <pc:sldMk cId="311958949" sldId="270"/>
            <ac:picMk id="5" creationId="{DB2714CE-4DEA-41F6-0C4C-6D56D8A0A657}"/>
          </ac:picMkLst>
        </pc:picChg>
      </pc:sldChg>
      <pc:sldChg chg="addSp delSp modSp new mod">
        <pc:chgData name="Denise Moraes" userId="83496c533fe6baab" providerId="LiveId" clId="{D624E932-127C-4D9D-A93A-709326A73F24}" dt="2026-10-07T22:12:17.976" v="389" actId="14100"/>
        <pc:sldMkLst>
          <pc:docMk/>
          <pc:sldMk cId="491860533" sldId="271"/>
        </pc:sldMkLst>
        <pc:spChg chg="add del mod">
          <ac:chgData name="Denise Moraes" userId="83496c533fe6baab" providerId="LiveId" clId="{D624E932-127C-4D9D-A93A-709326A73F24}" dt="2026-10-07T22:11:55.856" v="385" actId="478"/>
          <ac:spMkLst>
            <pc:docMk/>
            <pc:sldMk cId="491860533" sldId="271"/>
            <ac:spMk id="4" creationId="{57774675-2392-866D-CB06-BE41F79805E5}"/>
          </ac:spMkLst>
        </pc:spChg>
        <pc:spChg chg="add mod">
          <ac:chgData name="Denise Moraes" userId="83496c533fe6baab" providerId="LiveId" clId="{D624E932-127C-4D9D-A93A-709326A73F24}" dt="2026-10-07T22:12:14.157" v="388" actId="207"/>
          <ac:spMkLst>
            <pc:docMk/>
            <pc:sldMk cId="491860533" sldId="271"/>
            <ac:spMk id="5" creationId="{BB99CE05-5167-20CF-8DB5-97A152B66395}"/>
          </ac:spMkLst>
        </pc:spChg>
        <pc:picChg chg="add mod">
          <ac:chgData name="Denise Moraes" userId="83496c533fe6baab" providerId="LiveId" clId="{D624E932-127C-4D9D-A93A-709326A73F24}" dt="2026-10-07T22:12:17.976" v="389" actId="14100"/>
          <ac:picMkLst>
            <pc:docMk/>
            <pc:sldMk cId="491860533" sldId="271"/>
            <ac:picMk id="3" creationId="{B51C2268-2CF2-6818-5577-1B7029C33AC6}"/>
          </ac:picMkLst>
        </pc:picChg>
      </pc:sldChg>
      <pc:sldChg chg="addSp delSp modSp new mod">
        <pc:chgData name="Denise Moraes" userId="83496c533fe6baab" providerId="LiveId" clId="{D624E932-127C-4D9D-A93A-709326A73F24}" dt="2026-10-07T22:23:39.736" v="468" actId="14100"/>
        <pc:sldMkLst>
          <pc:docMk/>
          <pc:sldMk cId="1251973144" sldId="272"/>
        </pc:sldMkLst>
        <pc:picChg chg="add mod modCrop">
          <ac:chgData name="Denise Moraes" userId="83496c533fe6baab" providerId="LiveId" clId="{D624E932-127C-4D9D-A93A-709326A73F24}" dt="2026-10-07T22:23:39.736" v="468" actId="14100"/>
          <ac:picMkLst>
            <pc:docMk/>
            <pc:sldMk cId="1251973144" sldId="272"/>
            <ac:picMk id="2" creationId="{3A917858-61A9-A601-2DCD-5EC827E0F0FF}"/>
          </ac:picMkLst>
        </pc:picChg>
        <pc:picChg chg="add del mod">
          <ac:chgData name="Denise Moraes" userId="83496c533fe6baab" providerId="LiveId" clId="{D624E932-127C-4D9D-A93A-709326A73F24}" dt="2026-10-07T22:23:13.825" v="461" actId="478"/>
          <ac:picMkLst>
            <pc:docMk/>
            <pc:sldMk cId="1251973144" sldId="272"/>
            <ac:picMk id="4" creationId="{05BD4520-B00A-D369-7AAB-75E3FFCFE5FF}"/>
          </ac:picMkLst>
        </pc:picChg>
      </pc:sldChg>
      <pc:sldChg chg="addSp modSp new mod">
        <pc:chgData name="Denise Moraes" userId="83496c533fe6baab" providerId="LiveId" clId="{D624E932-127C-4D9D-A93A-709326A73F24}" dt="2026-10-07T22:23:28.057" v="466" actId="14100"/>
        <pc:sldMkLst>
          <pc:docMk/>
          <pc:sldMk cId="129344403" sldId="273"/>
        </pc:sldMkLst>
        <pc:picChg chg="add mod modCrop">
          <ac:chgData name="Denise Moraes" userId="83496c533fe6baab" providerId="LiveId" clId="{D624E932-127C-4D9D-A93A-709326A73F24}" dt="2026-10-07T22:23:28.057" v="466" actId="14100"/>
          <ac:picMkLst>
            <pc:docMk/>
            <pc:sldMk cId="129344403" sldId="273"/>
            <ac:picMk id="3" creationId="{92173F5D-50D3-531F-DDDD-1A841C0710DD}"/>
          </ac:picMkLst>
        </pc:picChg>
      </pc:sldChg>
      <pc:sldChg chg="addSp modSp new mod">
        <pc:chgData name="Denise Moraes" userId="83496c533fe6baab" providerId="LiveId" clId="{D624E932-127C-4D9D-A93A-709326A73F24}" dt="2026-10-07T22:27:20.697" v="689" actId="13926"/>
        <pc:sldMkLst>
          <pc:docMk/>
          <pc:sldMk cId="4026818097" sldId="274"/>
        </pc:sldMkLst>
        <pc:spChg chg="add mod">
          <ac:chgData name="Denise Moraes" userId="83496c533fe6baab" providerId="LiveId" clId="{D624E932-127C-4D9D-A93A-709326A73F24}" dt="2026-10-07T22:27:20.697" v="689" actId="13926"/>
          <ac:spMkLst>
            <pc:docMk/>
            <pc:sldMk cId="4026818097" sldId="274"/>
            <ac:spMk id="3" creationId="{0C66D6A0-B105-CF39-3917-6EE88AA7670B}"/>
          </ac:spMkLst>
        </pc:spChg>
      </pc:sldChg>
      <pc:sldChg chg="addSp modSp new mod">
        <pc:chgData name="Denise Moraes" userId="83496c533fe6baab" providerId="LiveId" clId="{D624E932-127C-4D9D-A93A-709326A73F24}" dt="2026-10-07T22:31:37.827" v="899" actId="20577"/>
        <pc:sldMkLst>
          <pc:docMk/>
          <pc:sldMk cId="45349414" sldId="275"/>
        </pc:sldMkLst>
        <pc:spChg chg="add mod">
          <ac:chgData name="Denise Moraes" userId="83496c533fe6baab" providerId="LiveId" clId="{D624E932-127C-4D9D-A93A-709326A73F24}" dt="2026-10-07T22:30:49.035" v="741" actId="1076"/>
          <ac:spMkLst>
            <pc:docMk/>
            <pc:sldMk cId="45349414" sldId="275"/>
            <ac:spMk id="4" creationId="{66BC54BA-347D-8892-47EA-963B893C8826}"/>
          </ac:spMkLst>
        </pc:spChg>
        <pc:spChg chg="add mod">
          <ac:chgData name="Denise Moraes" userId="83496c533fe6baab" providerId="LiveId" clId="{D624E932-127C-4D9D-A93A-709326A73F24}" dt="2026-10-07T22:31:37.827" v="899" actId="20577"/>
          <ac:spMkLst>
            <pc:docMk/>
            <pc:sldMk cId="45349414" sldId="275"/>
            <ac:spMk id="5" creationId="{CEEF26F4-A38E-79FC-E40D-94AF04032C20}"/>
          </ac:spMkLst>
        </pc:spChg>
        <pc:picChg chg="add mod">
          <ac:chgData name="Denise Moraes" userId="83496c533fe6baab" providerId="LiveId" clId="{D624E932-127C-4D9D-A93A-709326A73F24}" dt="2026-10-07T22:30:49.035" v="741" actId="1076"/>
          <ac:picMkLst>
            <pc:docMk/>
            <pc:sldMk cId="45349414" sldId="275"/>
            <ac:picMk id="3" creationId="{C91E3FC3-26C2-FABB-DAF7-572E2E779B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Fontes: Materiais didáticos disponibilizados no AVA: UA9, UA10 e UA11. Ilustrações originais geradas para esta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planejamento da aula elaborado a partir dos materiais UA9, UA10 e UA11 disponibilizados no AVA.</a:t>
            </a:r>
          </a:p>
          <a:p>
            <a:endParaRPr/>
          </a:p>
          <a:p>
            <a:r>
              <a:t>Condução: Manter explicações em blocos curtos. Priorizar perguntas orais, sem aprofundar cálculos ou procedimentos laboratoriais.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Material didático disponibilizado no AVA, UA9 — Análises de microarranjos de aplicação biomédica. Ilustração original gerada para esta apresentação.</a:t>
            </a:r>
          </a:p>
          <a:p>
            <a:endParaRPr/>
          </a:p>
          <a:p>
            <a:r>
              <a:t>Condução: Pergunte: que vantagem existe em analisar vários alvos genéticos no mesmo experimento? Reforce que o exame é uma ferramenta de investigação, e que a interpretação depende do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Material didático disponibilizado no AVA, UA9 — Análises de microarranjos de aplicação biomédica. Esquema redigido para fins didáticos, com base nos princípios descritos na unidade.</a:t>
            </a:r>
          </a:p>
          <a:p>
            <a:endParaRPr/>
          </a:p>
          <a:p>
            <a:r>
              <a:t>Condução: Use o fluxo para organizar a explicação. Não é necessário detalhar protocolos de laboratório.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Material didático disponibilizado no AVA, UA10 — Processamento digital de imagens. Ilustração original gerada para esta apresentação; não reproduz figura do material.</a:t>
            </a:r>
          </a:p>
          <a:p>
            <a:endParaRPr/>
          </a:p>
          <a:p>
            <a:r>
              <a:t>Condução: Convide a turma a localizar rio, vegetação e áreas de cultivo na imagem. Explique que cores e padrões dependem do tipo de imagem e da forma de composição.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Material didático disponibilizado no AVA, UA10 — Processamento digital de imagens.</a:t>
            </a:r>
          </a:p>
          <a:p>
            <a:endParaRPr/>
          </a:p>
          <a:p>
            <a:r>
              <a:t>Condução: Pergunte: o que pode levar duas pessoas a interpretar a mesma imagem de formas diferentes? Relacione a resposta ao objetivo, à qualidade da imagem e à experiência do observador.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Material didático disponibilizado no AVA, UA11 — Inteligência artificial como apoio para a gestão em saúde. Ilustração original gerada para esta apresentação.</a:t>
            </a:r>
          </a:p>
          <a:p>
            <a:endParaRPr/>
          </a:p>
          <a:p>
            <a:r>
              <a:t>Condução: Destaque benefícios possíveis e desafios descritos na unidade: preparo dos profissionais, integração à rotina e proteção da assistência.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conceitual: Material didático disponibilizado no AVA, UA11 — Inteligência artificial como apoio para a gestão em saúde. Situação hipotética criada para discussão.</a:t>
            </a:r>
          </a:p>
          <a:p>
            <a:endParaRPr/>
          </a:p>
          <a:p>
            <a:r>
              <a:t>Condução: Dê 3 minutos de conversa e 2 minutos de escuta de respostas. Reforce dados adequados, revisão profissional e impacto na assistência.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Fontes: Materiais didáticos disponibilizados no AVA, UA9, UA10 e UA11. Síntese comparativa produzida para esta aula.</a:t>
            </a:r>
          </a:p>
          <a:p>
            <a:endParaRPr/>
          </a:p>
          <a:p>
            <a:r>
              <a:t>Condução: Use este slide para retomar a conexão entre os temas antes do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Quiz baseado nos materiais didáticos UA9 e UA10 disponibilizados no AVA.</a:t>
            </a:r>
          </a:p>
          <a:p>
            <a:endParaRPr/>
          </a:p>
          <a:p>
            <a:r>
              <a:t>Condução: Reserve cerca de 7 minutos para esta parte. Peça que respondam antes de mostrar o gabarito.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Quiz baseado no material didático UA11 disponibilizado no AVA.</a:t>
            </a:r>
          </a:p>
          <a:p>
            <a:endParaRPr/>
          </a:p>
          <a:p>
            <a:r>
              <a:t>Condução: Reserve cerca de 5 minutos para resposta e correção dialogada.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Referências: materiais didáticos disponibilizados no AVA: UA9 — Análises de microarranjos de aplicação biomédica; UA10 — Processamento digital de imagens; UA11 — Inteligência artificial como apoio para a gestão em saúde.</a:t>
            </a:r>
          </a:p>
          <a:p>
            <a:endParaRPr/>
          </a:p>
          <a:p>
            <a:r>
              <a:t>Condução: Finalize retomando as ideias centrais e esclareça que o aviso se refere ao material didático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E8595690-C362-4EAA-87E5-E8939224045D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9FBC29A-C456-460F-A19F-0B74B3BC2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C40166F-29A6-49C1-9532-D79B93369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828B1C8E-78D0-4593-87AE-4A4A4120C404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0DBDEBB-B931-4A30-830E-E2A98B1F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AD4C533-61A5-4CD9-9569-B3DD8CC7015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E8655CB-FA8A-4226-9BAB-F8A1ABA61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FFE9A1E0-F977-4C0F-ADFD-2C6A11532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59361D31-E78A-4BB0-8BC5-925ECC68132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41C541E-57D1-4DE5-B07B-BD9EC20AE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A03FB2B4-6335-47DB-9605-3028B3330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63FE4390-3B41-4C47-A8CC-F1E5F73669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60A2C4C8-FEC4-463B-ACEC-FD1EDBE0C5A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9409972-CDFE-43AE-BE60-728692E2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7E72EA71-06D1-4A4B-BC6F-72722546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vauni.grupoa.education/plataforma/course/5255581/content/9020957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gsa-online.de/pt/product/genom2005/?srsltid=AU7gw4Vj5xkv7MMG-wrHu23w7eXK-Da6426EUALJxohf1jjPuLQUmVj6" TargetMode="Externa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blog.accurate.com.br/analise-de-imagens-por-ia/" TargetMode="External"/><Relationship Id="rId5" Type="http://schemas.openxmlformats.org/officeDocument/2006/relationships/image" Target="../media/image7.jpeg"/><Relationship Id="rId4" Type="http://schemas.openxmlformats.org/officeDocument/2006/relationships/hyperlink" Target="https://www.slideteam.net/blog/os-10-principais-modelos-de-mapas-de-calor-de-risco-com-exemplos-e-amostras-2?lang=Portugues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ibm.com/br-pt/think/insights/ai-healthcare-benefits" TargetMode="External"/><Relationship Id="rId4" Type="http://schemas.openxmlformats.org/officeDocument/2006/relationships/hyperlink" Target="https://blog.accurate.com.br/analise-de-imagens-por-ia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info.ufpr.br/guia-do-estudante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nl.wikipedia.org/wiki/Gloria_Estefan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053AC34-E8A7-4548-95FE-BA23DB26FC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4A88C1F-9663-4098-957D-DD0D2BB6A7CF}"/>
              </a:ext>
            </a:extLst>
          </p:cNvPr>
          <p:cNvSpPr>
            <a:spLocks noGrp="1"/>
          </p:cNvSpPr>
          <p:nvPr/>
        </p:nvSpPr>
        <p:spPr>
          <a:xfrm>
            <a:off x="666750" y="838200"/>
            <a:ext cx="838200" cy="57150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8BEE7D9-7E4D-434A-95CB-086E4EFAA751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80010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BIOINFORMÁTICA</a:t>
            </a:r>
          </a:p>
          <a:p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APLICADA À SAÚDE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48FA01-5750-4F50-8F6F-DB68996F6FA7}"/>
              </a:ext>
            </a:extLst>
          </p:cNvPr>
          <p:cNvSpPr>
            <a:spLocks noGrp="1"/>
          </p:cNvSpPr>
          <p:nvPr/>
        </p:nvSpPr>
        <p:spPr>
          <a:xfrm>
            <a:off x="704850" y="3105150"/>
            <a:ext cx="838200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950" b="0">
                <a:solidFill>
                  <a:srgbClr val="D5E5EA"/>
                </a:solidFill>
                <a:latin typeface="Aptos"/>
                <a:ea typeface="Aptos"/>
                <a:cs typeface="Aptos"/>
              </a:defRPr>
            </a:pPr>
            <a:r>
              <a:rPr lang="pt-BR" sz="1950" b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Revisão</a:t>
            </a:r>
            <a:r>
              <a:rPr lang="pt-BR" sz="1950" b="0" dirty="0">
                <a:solidFill>
                  <a:srgbClr val="D5E5EA"/>
                </a:solidFill>
                <a:latin typeface="Aptos"/>
                <a:ea typeface="Aptos"/>
                <a:cs typeface="Aptos"/>
              </a:rPr>
              <a:t>, </a:t>
            </a:r>
            <a:r>
              <a:rPr sz="1950" b="0" dirty="0" err="1">
                <a:solidFill>
                  <a:srgbClr val="D5E5EA"/>
                </a:solidFill>
                <a:latin typeface="Aptos"/>
                <a:ea typeface="Aptos"/>
                <a:cs typeface="Aptos"/>
              </a:rPr>
              <a:t>Microarranjos</a:t>
            </a:r>
            <a:r>
              <a:rPr sz="1950" b="0" dirty="0">
                <a:solidFill>
                  <a:srgbClr val="D5E5EA"/>
                </a:solidFill>
                <a:latin typeface="Aptos"/>
                <a:ea typeface="Aptos"/>
                <a:cs typeface="Aptos"/>
              </a:rPr>
              <a:t>, imagens digitais e </a:t>
            </a:r>
            <a:r>
              <a:rPr sz="1950" b="0" dirty="0" err="1">
                <a:solidFill>
                  <a:srgbClr val="D5E5EA"/>
                </a:solidFill>
                <a:latin typeface="Aptos"/>
                <a:ea typeface="Aptos"/>
                <a:cs typeface="Aptos"/>
              </a:rPr>
              <a:t>inteligência</a:t>
            </a:r>
            <a:r>
              <a:rPr sz="1950" b="0" dirty="0">
                <a:solidFill>
                  <a:srgbClr val="D5E5EA"/>
                </a:solidFill>
                <a:latin typeface="Aptos"/>
                <a:ea typeface="Aptos"/>
                <a:cs typeface="Aptos"/>
              </a:rPr>
              <a:t> artificial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A418D4B-0EE2-4B59-A65E-B78ED9539D66}"/>
              </a:ext>
            </a:extLst>
          </p:cNvPr>
          <p:cNvSpPr>
            <a:spLocks noGrp="1"/>
          </p:cNvSpPr>
          <p:nvPr/>
        </p:nvSpPr>
        <p:spPr>
          <a:xfrm>
            <a:off x="704850" y="4124325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E6B85C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E6B85C"/>
                </a:solidFill>
                <a:latin typeface="Aptos"/>
                <a:ea typeface="Aptos"/>
                <a:cs typeface="Aptos"/>
              </a:rPr>
              <a:t>80 </a:t>
            </a:r>
            <a:r>
              <a:rPr sz="1575" b="1" dirty="0" err="1">
                <a:solidFill>
                  <a:srgbClr val="E6B85C"/>
                </a:solidFill>
                <a:latin typeface="Aptos"/>
                <a:ea typeface="Aptos"/>
                <a:cs typeface="Aptos"/>
              </a:rPr>
              <a:t>minutos</a:t>
            </a:r>
            <a:endParaRPr sz="1575" b="1" dirty="0">
              <a:solidFill>
                <a:srgbClr val="E6B85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1079079-94D1-416A-8C92-9794F6F1856B}"/>
              </a:ext>
            </a:extLst>
          </p:cNvPr>
          <p:cNvSpPr>
            <a:spLocks noGrp="1"/>
          </p:cNvSpPr>
          <p:nvPr/>
        </p:nvSpPr>
        <p:spPr>
          <a:xfrm>
            <a:off x="704850" y="5905500"/>
            <a:ext cx="7143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defRPr sz="1200" b="0">
                <a:solidFill>
                  <a:srgbClr val="D5E5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5E5EA"/>
                </a:solidFill>
                <a:latin typeface="Aptos"/>
                <a:ea typeface="Aptos"/>
                <a:cs typeface="Aptos"/>
              </a:rPr>
              <a:t>Denise Moraes do Nascimento Vieira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9D1B46C-723F-4B35-AA8B-B49D32A4E5E0}"/>
              </a:ext>
            </a:extLst>
          </p:cNvPr>
          <p:cNvSpPr>
            <a:spLocks noGrp="1"/>
          </p:cNvSpPr>
          <p:nvPr/>
        </p:nvSpPr>
        <p:spPr>
          <a:xfrm>
            <a:off x="704850" y="6238875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308"/>
          </a:bodyPr>
          <a:lstStyle/>
          <a:p>
            <a:pPr algn="l">
              <a:defRPr sz="975" b="0">
                <a:solidFill>
                  <a:srgbClr val="B7C9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9D2"/>
                </a:solidFill>
                <a:latin typeface="Aptos"/>
                <a:ea typeface="Aptos"/>
                <a:cs typeface="Aptos"/>
              </a:rPr>
              <a:t>Material de apoio para aula. Fontes das unidades do AVA indicadas nos slides.</a:t>
            </a:r>
          </a:p>
        </p:txBody>
      </p:sp>
    </p:spTree>
    <p:extLst>
      <p:ext uri="{BB962C8B-B14F-4D97-AF65-F5344CB8AC3E}">
        <p14:creationId xmlns:p14="http://schemas.microsoft.com/office/powerpoint/2010/main" val="212850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1DDF1F-23AC-1D98-D9A5-7010A4A434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996" b="44889"/>
          <a:stretch>
            <a:fillRect/>
          </a:stretch>
        </p:blipFill>
        <p:spPr>
          <a:xfrm>
            <a:off x="1320800" y="0"/>
            <a:ext cx="8890000" cy="686116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90CC6E9-3095-28DD-4E90-3A2EAD2E114E}"/>
              </a:ext>
            </a:extLst>
          </p:cNvPr>
          <p:cNvSpPr txBox="1"/>
          <p:nvPr/>
        </p:nvSpPr>
        <p:spPr>
          <a:xfrm>
            <a:off x="7081521" y="0"/>
            <a:ext cx="32410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Revisão do Formulário que trabalhamos na última aula</a:t>
            </a:r>
          </a:p>
        </p:txBody>
      </p:sp>
    </p:spTree>
    <p:extLst>
      <p:ext uri="{BB962C8B-B14F-4D97-AF65-F5344CB8AC3E}">
        <p14:creationId xmlns:p14="http://schemas.microsoft.com/office/powerpoint/2010/main" val="31195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51C2268-2CF2-6818-5577-1B7029C33A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074" r="-996"/>
          <a:stretch>
            <a:fillRect/>
          </a:stretch>
        </p:blipFill>
        <p:spPr>
          <a:xfrm>
            <a:off x="904240" y="264159"/>
            <a:ext cx="9994097" cy="6427739"/>
          </a:xfrm>
          <a:prstGeom prst="rect">
            <a:avLst/>
          </a:prstGeom>
        </p:spPr>
      </p:pic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BB99CE05-5167-20CF-8DB5-97A152B66395}"/>
              </a:ext>
            </a:extLst>
          </p:cNvPr>
          <p:cNvSpPr/>
          <p:nvPr/>
        </p:nvSpPr>
        <p:spPr>
          <a:xfrm>
            <a:off x="7406640" y="6187440"/>
            <a:ext cx="1656080" cy="38608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86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révia da imagem">
            <a:extLst>
              <a:ext uri="{FF2B5EF4-FFF2-40B4-BE49-F238E27FC236}">
                <a16:creationId xmlns:a16="http://schemas.microsoft.com/office/drawing/2014/main" id="{3A917858-61A9-A601-2DCD-5EC827E0F0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-3841" b="54149"/>
          <a:stretch>
            <a:fillRect/>
          </a:stretch>
        </p:blipFill>
        <p:spPr>
          <a:xfrm>
            <a:off x="91669" y="0"/>
            <a:ext cx="10396121" cy="649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73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Prévia da imagem">
            <a:extLst>
              <a:ext uri="{FF2B5EF4-FFF2-40B4-BE49-F238E27FC236}">
                <a16:creationId xmlns:a16="http://schemas.microsoft.com/office/drawing/2014/main" id="{92173F5D-50D3-531F-DDDD-1A841C0710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374" r="1182"/>
          <a:stretch>
            <a:fillRect/>
          </a:stretch>
        </p:blipFill>
        <p:spPr>
          <a:xfrm>
            <a:off x="101829" y="172720"/>
            <a:ext cx="8591333" cy="659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4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C66D6A0-B105-CF39-3917-6EE88AA7670B}"/>
              </a:ext>
            </a:extLst>
          </p:cNvPr>
          <p:cNvSpPr txBox="1"/>
          <p:nvPr/>
        </p:nvSpPr>
        <p:spPr>
          <a:xfrm>
            <a:off x="426720" y="1002715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Grupo 1 </a:t>
            </a:r>
          </a:p>
          <a:p>
            <a:endParaRPr lang="pt-BR" dirty="0">
              <a:highlight>
                <a:srgbClr val="FFFF00"/>
              </a:highlight>
            </a:endParaRPr>
          </a:p>
          <a:p>
            <a:r>
              <a:rPr lang="pt-BR" dirty="0">
                <a:highlight>
                  <a:srgbClr val="FFFF00"/>
                </a:highlight>
              </a:rPr>
              <a:t>Como abrir o CSV no Excel?</a:t>
            </a:r>
          </a:p>
          <a:p>
            <a:endParaRPr lang="pt-BR" dirty="0">
              <a:highlight>
                <a:srgbClr val="FFFF00"/>
              </a:highlight>
            </a:endParaRPr>
          </a:p>
          <a:p>
            <a:r>
              <a:rPr lang="pt-BR" dirty="0">
                <a:highlight>
                  <a:srgbClr val="FFFF00"/>
                </a:highlight>
              </a:rPr>
              <a:t>C:\Users\morae\OneDrive\Documentos\UNIG\2026\Turma03\Bioinformática\aula7_2bim</a:t>
            </a:r>
          </a:p>
          <a:p>
            <a:endParaRPr lang="pt-BR" dirty="0">
              <a:highlight>
                <a:srgbClr val="FFFF00"/>
              </a:highlight>
            </a:endParaRPr>
          </a:p>
          <a:p>
            <a:endParaRPr lang="pt-BR" dirty="0">
              <a:highlight>
                <a:srgbClr val="FFFF00"/>
              </a:highlight>
            </a:endParaRPr>
          </a:p>
          <a:p>
            <a:r>
              <a:rPr lang="pt-BR" dirty="0">
                <a:highlight>
                  <a:srgbClr val="FFFF00"/>
                </a:highlight>
              </a:rPr>
              <a:t>Grupo 2</a:t>
            </a:r>
          </a:p>
          <a:p>
            <a:r>
              <a:rPr lang="pt-BR" dirty="0">
                <a:highlight>
                  <a:srgbClr val="FFFF00"/>
                </a:highlight>
              </a:rPr>
              <a:t>Como fazer um gráfico para mostrar algum tipo de visualização dos dados?</a:t>
            </a:r>
          </a:p>
          <a:p>
            <a:endParaRPr lang="pt-BR" dirty="0">
              <a:highlight>
                <a:srgbClr val="FFFF00"/>
              </a:highlight>
            </a:endParaRPr>
          </a:p>
          <a:p>
            <a:r>
              <a:rPr lang="pt-BR" dirty="0">
                <a:highlight>
                  <a:srgbClr val="FFFF00"/>
                </a:highlight>
              </a:rPr>
              <a:t>Grupo 3</a:t>
            </a:r>
          </a:p>
          <a:p>
            <a:endParaRPr lang="pt-BR" dirty="0">
              <a:highlight>
                <a:srgbClr val="FFFF00"/>
              </a:highlight>
            </a:endParaRPr>
          </a:p>
          <a:p>
            <a:r>
              <a:rPr lang="pt-BR" dirty="0">
                <a:highlight>
                  <a:srgbClr val="FFFF00"/>
                </a:highlight>
              </a:rPr>
              <a:t>Escolha um outro grupo de Dados e Gere mais um gráfico.</a:t>
            </a:r>
          </a:p>
          <a:p>
            <a:endParaRPr lang="pt-BR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2681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6C777988-6F52-4537-AB7C-F496518B25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C3F532-F874-479C-AE96-E53825067668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Aula em 80 minutos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E0F8272-C1AC-405F-BFAF-FABE330AB2AC}"/>
              </a:ext>
            </a:extLst>
          </p:cNvPr>
          <p:cNvSpPr>
            <a:spLocks noGrp="1"/>
          </p:cNvSpPr>
          <p:nvPr/>
        </p:nvSpPr>
        <p:spPr>
          <a:xfrm>
            <a:off x="590550" y="1057275"/>
            <a:ext cx="685800" cy="47625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DD7B58E-C6B2-4586-9CD6-5D84ABAC9B33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7156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Aula de Bioinformática • 20h–21h20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DC98332-A30B-4B23-BC38-808881F3DFAA}"/>
              </a:ext>
            </a:extLst>
          </p:cNvPr>
          <p:cNvSpPr>
            <a:spLocks noGrp="1"/>
          </p:cNvSpPr>
          <p:nvPr/>
        </p:nvSpPr>
        <p:spPr>
          <a:xfrm>
            <a:off x="11430000" y="6448425"/>
            <a:ext cx="333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 algn="r">
              <a:defRPr sz="9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E3CCC2B-8666-49D0-B0AA-1232915167C8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Uma revisão curta, com participação da turma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86AABAF-8BF8-4051-94B4-2BD5DCD5F3F9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74"/>
          </a:bodyPr>
          <a:lstStyle/>
          <a:p>
            <a:pPr algn="l">
              <a:defRPr sz="13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20h–20h05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0B5601B-29C8-4217-8EDD-A257659AE84D}"/>
              </a:ext>
            </a:extLst>
          </p:cNvPr>
          <p:cNvSpPr>
            <a:spLocks noGrp="1"/>
          </p:cNvSpPr>
          <p:nvPr/>
        </p:nvSpPr>
        <p:spPr>
          <a:xfrm>
            <a:off x="2381250" y="2038350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561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Abertura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CB03D77-E21F-4442-AE0B-8FFFE52EC16B}"/>
              </a:ext>
            </a:extLst>
          </p:cNvPr>
          <p:cNvSpPr>
            <a:spLocks noGrp="1"/>
          </p:cNvSpPr>
          <p:nvPr/>
        </p:nvSpPr>
        <p:spPr>
          <a:xfrm>
            <a:off x="4857750" y="2038350"/>
            <a:ext cx="647700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60"/>
          </a:bodyPr>
          <a:lstStyle/>
          <a:p>
            <a:pPr algn="l">
              <a:defRPr sz="14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Conectar os três temas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DACB541-FD1E-4250-9211-818D4D849240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10668000" cy="9525"/>
          </a:xfrm>
          <a:prstGeom prst="rect">
            <a:avLst/>
          </a:prstGeom>
          <a:solidFill>
            <a:srgbClr val="C8D8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D0554D4-F4F7-43F6-BC37-17CEAE650227}"/>
              </a:ext>
            </a:extLst>
          </p:cNvPr>
          <p:cNvSpPr>
            <a:spLocks noGrp="1"/>
          </p:cNvSpPr>
          <p:nvPr/>
        </p:nvSpPr>
        <p:spPr>
          <a:xfrm>
            <a:off x="666750" y="2695575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74"/>
          </a:bodyPr>
          <a:lstStyle/>
          <a:p>
            <a:pPr algn="l">
              <a:defRPr sz="13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20h05–20h25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539D0FE-9033-42BF-8CD7-AD7DCA0EDDBA}"/>
              </a:ext>
            </a:extLst>
          </p:cNvPr>
          <p:cNvSpPr>
            <a:spLocks noGrp="1"/>
          </p:cNvSpPr>
          <p:nvPr/>
        </p:nvSpPr>
        <p:spPr>
          <a:xfrm>
            <a:off x="2381250" y="2695575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561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Microarranjos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989805F-9092-4986-ADF1-28C1ADD774E1}"/>
              </a:ext>
            </a:extLst>
          </p:cNvPr>
          <p:cNvSpPr>
            <a:spLocks noGrp="1"/>
          </p:cNvSpPr>
          <p:nvPr/>
        </p:nvSpPr>
        <p:spPr>
          <a:xfrm>
            <a:off x="4857750" y="2695575"/>
            <a:ext cx="647700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60"/>
          </a:bodyPr>
          <a:lstStyle/>
          <a:p>
            <a:pPr algn="l">
              <a:defRPr sz="14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 que analisam e para que servem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CA88097-8D14-4CF4-B4B4-94EB7817FAEE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10668000" cy="9525"/>
          </a:xfrm>
          <a:prstGeom prst="rect">
            <a:avLst/>
          </a:prstGeom>
          <a:solidFill>
            <a:srgbClr val="C8D8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F7EFBD3-9945-44E0-9F91-05D0D4DC8B06}"/>
              </a:ext>
            </a:extLst>
          </p:cNvPr>
          <p:cNvSpPr>
            <a:spLocks noGrp="1"/>
          </p:cNvSpPr>
          <p:nvPr/>
        </p:nvSpPr>
        <p:spPr>
          <a:xfrm>
            <a:off x="666750" y="3352800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74"/>
          </a:bodyPr>
          <a:lstStyle/>
          <a:p>
            <a:pPr algn="l">
              <a:defRPr sz="13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20h25–20h45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60264EF-C9F4-423C-B819-D13AB0760E14}"/>
              </a:ext>
            </a:extLst>
          </p:cNvPr>
          <p:cNvSpPr>
            <a:spLocks noGrp="1"/>
          </p:cNvSpPr>
          <p:nvPr/>
        </p:nvSpPr>
        <p:spPr>
          <a:xfrm>
            <a:off x="2381250" y="3352800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561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Imagens digitais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B4A0F00-99B8-4811-BB92-F6347AC681CD}"/>
              </a:ext>
            </a:extLst>
          </p:cNvPr>
          <p:cNvSpPr>
            <a:spLocks noGrp="1"/>
          </p:cNvSpPr>
          <p:nvPr/>
        </p:nvSpPr>
        <p:spPr>
          <a:xfrm>
            <a:off x="4857750" y="3352800"/>
            <a:ext cx="647700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60"/>
          </a:bodyPr>
          <a:lstStyle/>
          <a:p>
            <a:pPr algn="l">
              <a:defRPr sz="14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Como interpretar e representar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C087249-ED6E-42F1-98B5-7AE264817394}"/>
              </a:ext>
            </a:extLst>
          </p:cNvPr>
          <p:cNvSpPr>
            <a:spLocks noGrp="1"/>
          </p:cNvSpPr>
          <p:nvPr/>
        </p:nvSpPr>
        <p:spPr>
          <a:xfrm>
            <a:off x="666750" y="3752850"/>
            <a:ext cx="10668000" cy="9525"/>
          </a:xfrm>
          <a:prstGeom prst="rect">
            <a:avLst/>
          </a:prstGeom>
          <a:solidFill>
            <a:srgbClr val="C8D8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3B80B4D-21AE-4CA9-9DA0-6A24C3FB0AA7}"/>
              </a:ext>
            </a:extLst>
          </p:cNvPr>
          <p:cNvSpPr>
            <a:spLocks noGrp="1"/>
          </p:cNvSpPr>
          <p:nvPr/>
        </p:nvSpPr>
        <p:spPr>
          <a:xfrm>
            <a:off x="666750" y="4010025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74"/>
          </a:bodyPr>
          <a:lstStyle/>
          <a:p>
            <a:pPr algn="l">
              <a:defRPr sz="13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20h45–21h00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F3D0932-42CF-4BF3-B309-CAAC65D56024}"/>
              </a:ext>
            </a:extLst>
          </p:cNvPr>
          <p:cNvSpPr>
            <a:spLocks noGrp="1"/>
          </p:cNvSpPr>
          <p:nvPr/>
        </p:nvSpPr>
        <p:spPr>
          <a:xfrm>
            <a:off x="2381250" y="4010025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561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IA na saúde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76BE08F-B23D-4BA3-985A-10D8E6917585}"/>
              </a:ext>
            </a:extLst>
          </p:cNvPr>
          <p:cNvSpPr>
            <a:spLocks noGrp="1"/>
          </p:cNvSpPr>
          <p:nvPr/>
        </p:nvSpPr>
        <p:spPr>
          <a:xfrm>
            <a:off x="4857750" y="4010025"/>
            <a:ext cx="647700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60"/>
          </a:bodyPr>
          <a:lstStyle/>
          <a:p>
            <a:pPr algn="l">
              <a:defRPr sz="14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Apoio à gestão e cuidados necessários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00C591A-7114-4257-87DF-2ADF7FD1CE6C}"/>
              </a:ext>
            </a:extLst>
          </p:cNvPr>
          <p:cNvSpPr>
            <a:spLocks noGrp="1"/>
          </p:cNvSpPr>
          <p:nvPr/>
        </p:nvSpPr>
        <p:spPr>
          <a:xfrm>
            <a:off x="666750" y="4410075"/>
            <a:ext cx="10668000" cy="9525"/>
          </a:xfrm>
          <a:prstGeom prst="rect">
            <a:avLst/>
          </a:prstGeom>
          <a:solidFill>
            <a:srgbClr val="C8D8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E1E51AB-353F-4ED0-AA1C-88EEC20DFB95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74"/>
          </a:bodyPr>
          <a:lstStyle/>
          <a:p>
            <a:pPr algn="l">
              <a:defRPr sz="13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21h00–21h15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3A57BFB-3C4F-4AB6-ADAF-937F00D92A12}"/>
              </a:ext>
            </a:extLst>
          </p:cNvPr>
          <p:cNvSpPr>
            <a:spLocks noGrp="1"/>
          </p:cNvSpPr>
          <p:nvPr/>
        </p:nvSpPr>
        <p:spPr>
          <a:xfrm>
            <a:off x="2381250" y="4667250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561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Quiz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84557FC-A913-4A6A-A4BA-6FA91B1F2369}"/>
              </a:ext>
            </a:extLst>
          </p:cNvPr>
          <p:cNvSpPr>
            <a:spLocks noGrp="1"/>
          </p:cNvSpPr>
          <p:nvPr/>
        </p:nvSpPr>
        <p:spPr>
          <a:xfrm>
            <a:off x="4857750" y="4667250"/>
            <a:ext cx="647700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60"/>
          </a:bodyPr>
          <a:lstStyle/>
          <a:p>
            <a:pPr algn="l">
              <a:defRPr sz="14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Cinco perguntas em grupo ou individualmente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DC49777-9529-401C-94D5-979320B835DD}"/>
              </a:ext>
            </a:extLst>
          </p:cNvPr>
          <p:cNvSpPr>
            <a:spLocks noGrp="1"/>
          </p:cNvSpPr>
          <p:nvPr/>
        </p:nvSpPr>
        <p:spPr>
          <a:xfrm>
            <a:off x="666750" y="5067300"/>
            <a:ext cx="10668000" cy="9525"/>
          </a:xfrm>
          <a:prstGeom prst="rect">
            <a:avLst/>
          </a:prstGeom>
          <a:solidFill>
            <a:srgbClr val="C8D8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5FF0C6D-E962-49F0-9BB5-EAE91C6DB306}"/>
              </a:ext>
            </a:extLst>
          </p:cNvPr>
          <p:cNvSpPr>
            <a:spLocks noGrp="1"/>
          </p:cNvSpPr>
          <p:nvPr/>
        </p:nvSpPr>
        <p:spPr>
          <a:xfrm>
            <a:off x="666750" y="5324475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074"/>
          </a:bodyPr>
          <a:lstStyle/>
          <a:p>
            <a:pPr algn="l">
              <a:defRPr sz="13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21h15–21h20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F3B1E1E-BBC1-44FF-9549-6A6E01E96A0E}"/>
              </a:ext>
            </a:extLst>
          </p:cNvPr>
          <p:cNvSpPr>
            <a:spLocks noGrp="1"/>
          </p:cNvSpPr>
          <p:nvPr/>
        </p:nvSpPr>
        <p:spPr>
          <a:xfrm>
            <a:off x="2381250" y="5324475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561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Fechamento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1A4DF59-A551-4A83-A972-E8570C0D7A38}"/>
              </a:ext>
            </a:extLst>
          </p:cNvPr>
          <p:cNvSpPr>
            <a:spLocks noGrp="1"/>
          </p:cNvSpPr>
          <p:nvPr/>
        </p:nvSpPr>
        <p:spPr>
          <a:xfrm>
            <a:off x="4857750" y="5324475"/>
            <a:ext cx="647700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860"/>
          </a:bodyPr>
          <a:lstStyle/>
          <a:p>
            <a:pPr algn="l">
              <a:defRPr sz="14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Retomar uma ideia de cada unidade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6BBFE3F-DD57-459B-8E7B-AF1AD8D188CB}"/>
              </a:ext>
            </a:extLst>
          </p:cNvPr>
          <p:cNvSpPr>
            <a:spLocks noGrp="1"/>
          </p:cNvSpPr>
          <p:nvPr/>
        </p:nvSpPr>
        <p:spPr>
          <a:xfrm>
            <a:off x="666750" y="5724525"/>
            <a:ext cx="10668000" cy="9525"/>
          </a:xfrm>
          <a:prstGeom prst="rect">
            <a:avLst/>
          </a:prstGeom>
          <a:solidFill>
            <a:srgbClr val="C8D8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32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FFCE05DF-4C43-4E37-B021-1FE1AE9F00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659FB57-5480-4D04-ABA3-02567CE2F308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Microarranjos biomédicos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B5A12E6-3E8E-45F2-9E35-31AA1A47EC54}"/>
              </a:ext>
            </a:extLst>
          </p:cNvPr>
          <p:cNvSpPr>
            <a:spLocks noGrp="1"/>
          </p:cNvSpPr>
          <p:nvPr/>
        </p:nvSpPr>
        <p:spPr>
          <a:xfrm>
            <a:off x="590550" y="1057275"/>
            <a:ext cx="685800" cy="47625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B69E0A1-8BCE-4B53-9250-4644B89146DE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7156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Fonte: Material didático disponibilizado no AVA, UA9 — Análises de microarranjos de aplicação biomédica.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D87C82B-01AE-49F7-9187-7C6294F012E0}"/>
              </a:ext>
            </a:extLst>
          </p:cNvPr>
          <p:cNvSpPr>
            <a:spLocks noGrp="1"/>
          </p:cNvSpPr>
          <p:nvPr/>
        </p:nvSpPr>
        <p:spPr>
          <a:xfrm>
            <a:off x="11430000" y="6448425"/>
            <a:ext cx="333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 algn="r">
              <a:defRPr sz="9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2E12B7D-F672-4F85-B369-AB92710F48AD}"/>
              </a:ext>
            </a:extLst>
          </p:cNvPr>
          <p:cNvSpPr>
            <a:spLocks noGrp="1"/>
          </p:cNvSpPr>
          <p:nvPr/>
        </p:nvSpPr>
        <p:spPr>
          <a:xfrm>
            <a:off x="590550" y="1438275"/>
            <a:ext cx="5048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667" lnSpcReduction="10000"/>
          </a:bodyPr>
          <a:lstStyle/>
          <a:p>
            <a:pPr algn="l">
              <a:defRPr sz="18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O que permitem observar?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F1FF92-E93C-451A-B9AB-CF9E07A831E8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49530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522"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 único experimento pode investigar muitos alvos genéticos em paralelo.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29BD1B6-55F9-40BD-A77E-EDC629CFFCB7}"/>
              </a:ext>
            </a:extLst>
          </p:cNvPr>
          <p:cNvSpPr>
            <a:spLocks noGrp="1"/>
          </p:cNvSpPr>
          <p:nvPr/>
        </p:nvSpPr>
        <p:spPr>
          <a:xfrm>
            <a:off x="590550" y="3095625"/>
            <a:ext cx="4810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Como funcionam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1F317F6-5FEA-4822-811D-CED0A2E3CFC5}"/>
              </a:ext>
            </a:extLst>
          </p:cNvPr>
          <p:cNvSpPr>
            <a:spLocks noGrp="1"/>
          </p:cNvSpPr>
          <p:nvPr/>
        </p:nvSpPr>
        <p:spPr>
          <a:xfrm>
            <a:off x="590550" y="3419475"/>
            <a:ext cx="481012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Moléculas da amostra interagem com sondas fixadas em um suporte.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5D3CDEC-1070-4695-87BC-D1FE41E51A15}"/>
              </a:ext>
            </a:extLst>
          </p:cNvPr>
          <p:cNvSpPr>
            <a:spLocks noGrp="1"/>
          </p:cNvSpPr>
          <p:nvPr/>
        </p:nvSpPr>
        <p:spPr>
          <a:xfrm>
            <a:off x="590550" y="4143375"/>
            <a:ext cx="48101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Onde ajudam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0BFB5C1-0F23-487C-8715-7EB0D9CBE828}"/>
              </a:ext>
            </a:extLst>
          </p:cNvPr>
          <p:cNvSpPr>
            <a:spLocks noGrp="1"/>
          </p:cNvSpPr>
          <p:nvPr/>
        </p:nvSpPr>
        <p:spPr>
          <a:xfrm>
            <a:off x="590550" y="4467225"/>
            <a:ext cx="481012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Pesquisa biomédica e investigação de alterações genéticas.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8797ADA-3F22-487F-A912-24AC2844CA78}"/>
              </a:ext>
            </a:extLst>
          </p:cNvPr>
          <p:cNvSpPr>
            <a:spLocks noGrp="1"/>
          </p:cNvSpPr>
          <p:nvPr/>
        </p:nvSpPr>
        <p:spPr>
          <a:xfrm>
            <a:off x="590550" y="5353050"/>
            <a:ext cx="48101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2500" lnSpcReduction="20000"/>
          </a:bodyPr>
          <a:lstStyle/>
          <a:p>
            <a:pPr algn="l"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O </a:t>
            </a:r>
            <a:r>
              <a:rPr sz="1425"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resultado</a:t>
            </a:r>
            <a:r>
              <a:rPr sz="1425"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precisa</a:t>
            </a:r>
            <a:r>
              <a:rPr sz="1425"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ser </a:t>
            </a:r>
            <a:r>
              <a:rPr sz="1425"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interpretado</a:t>
            </a:r>
            <a:r>
              <a:rPr sz="1425"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junto </a:t>
            </a:r>
            <a:r>
              <a:rPr sz="1425"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às</a:t>
            </a:r>
            <a:r>
              <a:rPr sz="1425"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demais</a:t>
            </a:r>
            <a:r>
              <a:rPr sz="1425"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evidências</a:t>
            </a:r>
            <a:r>
              <a:rPr sz="1425"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clínicas</a:t>
            </a:r>
            <a:r>
              <a:rPr sz="1425"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e </a:t>
            </a:r>
            <a:r>
              <a:rPr sz="1425"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laboratoriais</a:t>
            </a:r>
            <a:r>
              <a:rPr sz="1425"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.</a:t>
            </a:r>
            <a:endParaRPr lang="pt-BR" sz="1425" b="0" dirty="0">
              <a:solidFill>
                <a:srgbClr val="526777"/>
              </a:solidFill>
              <a:latin typeface="Aptos"/>
              <a:ea typeface="Aptos"/>
              <a:cs typeface="Aptos"/>
            </a:endParaRPr>
          </a:p>
          <a:p>
            <a:pPr algn="l"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endParaRPr lang="pt-BR" sz="1425" b="0" dirty="0">
              <a:solidFill>
                <a:srgbClr val="526777"/>
              </a:solidFill>
              <a:latin typeface="Aptos"/>
              <a:ea typeface="Aptos"/>
              <a:cs typeface="Aptos"/>
            </a:endParaRPr>
          </a:p>
          <a:p>
            <a:pPr algn="l"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lang="pt-BR" sz="1425"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VAMOS ASSISTIR A DICA DO PROFESSOR</a:t>
            </a:r>
          </a:p>
          <a:p>
            <a:pPr algn="l"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endParaRPr lang="pt-BR" sz="1425" dirty="0">
              <a:solidFill>
                <a:srgbClr val="526777"/>
              </a:solidFill>
              <a:latin typeface="Aptos"/>
              <a:ea typeface="Aptos"/>
              <a:cs typeface="Aptos"/>
            </a:endParaRPr>
          </a:p>
          <a:p>
            <a:pPr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lang="pt-BR" sz="1425" dirty="0">
                <a:solidFill>
                  <a:srgbClr val="526777"/>
                </a:solidFill>
                <a:latin typeface="Aptos"/>
                <a:ea typeface="Aptos"/>
                <a:cs typeface="Aptos"/>
                <a:hlinkClick r:id="rId3"/>
              </a:rPr>
              <a:t>https://avauni.grupoa.education/plataforma/course/5255581/content/90209570</a:t>
            </a:r>
            <a:r>
              <a:rPr lang="pt-BR" sz="1425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</a:t>
            </a:r>
            <a:endParaRPr sz="1425" b="0" dirty="0">
              <a:solidFill>
                <a:srgbClr val="526777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4"/>
          <a:srcRect l="13230" r="13230"/>
          <a:stretch>
            <a:fillRect/>
          </a:stretch>
        </p:blipFill>
        <p:spPr>
          <a:xfrm>
            <a:off x="6000750" y="790575"/>
            <a:ext cx="5600700" cy="4286250"/>
          </a:xfrm>
          <a:prstGeom prst="roundRect">
            <a:avLst>
              <a:gd name="adj" fmla="val 4000"/>
            </a:avLst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C59937-398A-066F-4CEA-81DFCC2DEFB7}"/>
              </a:ext>
            </a:extLst>
          </p:cNvPr>
          <p:cNvSpPr txBox="1"/>
          <p:nvPr/>
        </p:nvSpPr>
        <p:spPr>
          <a:xfrm>
            <a:off x="5948362" y="507682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Software de </a:t>
            </a:r>
            <a:r>
              <a:rPr lang="pt-BR" dirty="0" err="1"/>
              <a:t>MicroArray</a:t>
            </a:r>
            <a:r>
              <a:rPr lang="pt-BR" dirty="0"/>
              <a:t> (Microarranjos)</a:t>
            </a:r>
          </a:p>
          <a:p>
            <a:r>
              <a:rPr lang="pt-BR" dirty="0">
                <a:hlinkClick r:id="rId5"/>
              </a:rPr>
              <a:t>https://www.gsa-online.de/pt/product/genom2005/?srsltid=AU7gw4Vj5xkv7MMG-wrHu23w7eXK-Da6426EUALJxohf1jjPuLQUmVj6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2991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4F7322E2-99D9-404C-B922-6CF5F013AA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412DDD7-332A-4097-B1CD-B5C20FB53560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Do material biológico à interpretação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CBE3E07-E198-4AA8-A176-BDF930A724D4}"/>
              </a:ext>
            </a:extLst>
          </p:cNvPr>
          <p:cNvSpPr>
            <a:spLocks noGrp="1"/>
          </p:cNvSpPr>
          <p:nvPr/>
        </p:nvSpPr>
        <p:spPr>
          <a:xfrm>
            <a:off x="590550" y="1057275"/>
            <a:ext cx="685800" cy="47625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C492B9D-F292-4AD5-8BE4-8A3089680905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7156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Fonte: Material didático disponibilizado no AVA, UA9 — Análises de microarranjos de aplicação biomédica.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CE0DDC7-0201-4B62-9EA8-91623949B07A}"/>
              </a:ext>
            </a:extLst>
          </p:cNvPr>
          <p:cNvSpPr>
            <a:spLocks noGrp="1"/>
          </p:cNvSpPr>
          <p:nvPr/>
        </p:nvSpPr>
        <p:spPr>
          <a:xfrm>
            <a:off x="11430000" y="6448425"/>
            <a:ext cx="333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 algn="r">
              <a:defRPr sz="9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24FCC8C-364B-4063-A2A5-7541FCA83B7F}"/>
              </a:ext>
            </a:extLst>
          </p:cNvPr>
          <p:cNvSpPr>
            <a:spLocks noGrp="1"/>
          </p:cNvSpPr>
          <p:nvPr/>
        </p:nvSpPr>
        <p:spPr>
          <a:xfrm>
            <a:off x="381000" y="1362075"/>
            <a:ext cx="238125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46535E0-BB0F-42C2-919A-D2D8784F2FFC}"/>
              </a:ext>
            </a:extLst>
          </p:cNvPr>
          <p:cNvSpPr>
            <a:spLocks noGrp="1"/>
          </p:cNvSpPr>
          <p:nvPr/>
        </p:nvSpPr>
        <p:spPr>
          <a:xfrm>
            <a:off x="590550" y="1533525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83" lnSpcReduction="10000"/>
          </a:bodyPr>
          <a:lstStyle/>
          <a:p>
            <a:pPr algn="l">
              <a:defRPr sz="2400" b="1">
                <a:solidFill>
                  <a:srgbClr val="E6B85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E6B85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C453DD1-8E2F-4F68-9908-C786463B889E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Amostra</a:t>
            </a:r>
            <a:endParaRPr sz="1800" b="1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9375B4E-961E-440F-B610-1E2B89C8D172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Material biológico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BE2A574-8BCB-40B3-ADEE-E42F1616A654}"/>
              </a:ext>
            </a:extLst>
          </p:cNvPr>
          <p:cNvSpPr>
            <a:spLocks noGrp="1"/>
          </p:cNvSpPr>
          <p:nvPr/>
        </p:nvSpPr>
        <p:spPr>
          <a:xfrm>
            <a:off x="3238500" y="1362075"/>
            <a:ext cx="238125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7D6C93E-5373-4C95-9B9B-3D89CC188537}"/>
              </a:ext>
            </a:extLst>
          </p:cNvPr>
          <p:cNvSpPr>
            <a:spLocks noGrp="1"/>
          </p:cNvSpPr>
          <p:nvPr/>
        </p:nvSpPr>
        <p:spPr>
          <a:xfrm>
            <a:off x="3448050" y="1533525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83" lnSpcReduction="10000"/>
          </a:bodyPr>
          <a:lstStyle/>
          <a:p>
            <a:pPr algn="l">
              <a:defRPr sz="2400" b="1">
                <a:solidFill>
                  <a:srgbClr val="E6B85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E6B85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9A51453-6F04-431B-BB26-28A187D81383}"/>
              </a:ext>
            </a:extLst>
          </p:cNvPr>
          <p:cNvSpPr>
            <a:spLocks noGrp="1"/>
          </p:cNvSpPr>
          <p:nvPr/>
        </p:nvSpPr>
        <p:spPr>
          <a:xfrm>
            <a:off x="3448050" y="20383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Hibridização</a:t>
            </a:r>
            <a:endParaRPr sz="1800" b="1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F867DDF-2173-4B85-B77B-90D95B858BA3}"/>
              </a:ext>
            </a:extLst>
          </p:cNvPr>
          <p:cNvSpPr>
            <a:spLocks noGrp="1"/>
          </p:cNvSpPr>
          <p:nvPr/>
        </p:nvSpPr>
        <p:spPr>
          <a:xfrm>
            <a:off x="3448050" y="2476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Interação</a:t>
            </a:r>
            <a:r>
              <a:rPr sz="1425"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com </a:t>
            </a:r>
            <a:r>
              <a:rPr sz="1425"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sondas</a:t>
            </a:r>
            <a:endParaRPr sz="1425" b="0" dirty="0">
              <a:solidFill>
                <a:srgbClr val="52677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9191793-F032-446A-AA88-0FA931D090A8}"/>
              </a:ext>
            </a:extLst>
          </p:cNvPr>
          <p:cNvSpPr>
            <a:spLocks noGrp="1"/>
          </p:cNvSpPr>
          <p:nvPr/>
        </p:nvSpPr>
        <p:spPr>
          <a:xfrm>
            <a:off x="6096000" y="1362075"/>
            <a:ext cx="238125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FDAF991-CE0D-47E7-B5F8-600DBD688C7E}"/>
              </a:ext>
            </a:extLst>
          </p:cNvPr>
          <p:cNvSpPr>
            <a:spLocks noGrp="1"/>
          </p:cNvSpPr>
          <p:nvPr/>
        </p:nvSpPr>
        <p:spPr>
          <a:xfrm>
            <a:off x="6305550" y="1533525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83" lnSpcReduction="10000"/>
          </a:bodyPr>
          <a:lstStyle/>
          <a:p>
            <a:pPr algn="l">
              <a:defRPr sz="2400" b="1">
                <a:solidFill>
                  <a:srgbClr val="E6B85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E6B85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14E3552-F34A-4DD0-B76E-D370BB4D934D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Leitura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252C1D5-57A9-4934-B6E5-57762F7DFAFB}"/>
              </a:ext>
            </a:extLst>
          </p:cNvPr>
          <p:cNvSpPr>
            <a:spLocks noGrp="1"/>
          </p:cNvSpPr>
          <p:nvPr/>
        </p:nvSpPr>
        <p:spPr>
          <a:xfrm>
            <a:off x="6305550" y="2476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Sinais são captados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ADF702D-0B0D-4E54-8DDF-9BC6ABAE684B}"/>
              </a:ext>
            </a:extLst>
          </p:cNvPr>
          <p:cNvSpPr>
            <a:spLocks noGrp="1"/>
          </p:cNvSpPr>
          <p:nvPr/>
        </p:nvSpPr>
        <p:spPr>
          <a:xfrm>
            <a:off x="8953500" y="1362075"/>
            <a:ext cx="238125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0CFD351-8529-411F-A42A-D0544AF7CB8E}"/>
              </a:ext>
            </a:extLst>
          </p:cNvPr>
          <p:cNvSpPr>
            <a:spLocks noGrp="1"/>
          </p:cNvSpPr>
          <p:nvPr/>
        </p:nvSpPr>
        <p:spPr>
          <a:xfrm>
            <a:off x="9163050" y="1533525"/>
            <a:ext cx="4572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83" lnSpcReduction="10000"/>
          </a:bodyPr>
          <a:lstStyle/>
          <a:p>
            <a:pPr algn="l">
              <a:defRPr sz="2400" b="1">
                <a:solidFill>
                  <a:srgbClr val="E6B85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E6B85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47F954B-A3F4-4AEF-84AA-6DE024CF7BBC}"/>
              </a:ext>
            </a:extLst>
          </p:cNvPr>
          <p:cNvSpPr>
            <a:spLocks noGrp="1"/>
          </p:cNvSpPr>
          <p:nvPr/>
        </p:nvSpPr>
        <p:spPr>
          <a:xfrm>
            <a:off x="9163050" y="20383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22" lnSpcReduction="20000"/>
          </a:bodyPr>
          <a:lstStyle/>
          <a:p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Análise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A1784E8-DFFD-48BF-83A6-819085F64FB2}"/>
              </a:ext>
            </a:extLst>
          </p:cNvPr>
          <p:cNvSpPr>
            <a:spLocks noGrp="1"/>
          </p:cNvSpPr>
          <p:nvPr/>
        </p:nvSpPr>
        <p:spPr>
          <a:xfrm>
            <a:off x="9163050" y="2476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518" lnSpcReduction="10000"/>
          </a:bodyPr>
          <a:lstStyle/>
          <a:p>
            <a:pPr algn="l"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Padrões são interpretados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557EDD6-E881-4EEA-B4E3-B7065D36C1D9}"/>
              </a:ext>
            </a:extLst>
          </p:cNvPr>
          <p:cNvSpPr>
            <a:spLocks noGrp="1"/>
          </p:cNvSpPr>
          <p:nvPr/>
        </p:nvSpPr>
        <p:spPr>
          <a:xfrm>
            <a:off x="619125" y="468630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Pergunta-chave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FBB7810-8F0A-4302-AA3D-557D419DC0CC}"/>
              </a:ext>
            </a:extLst>
          </p:cNvPr>
          <p:cNvSpPr>
            <a:spLocks noGrp="1"/>
          </p:cNvSpPr>
          <p:nvPr/>
        </p:nvSpPr>
        <p:spPr>
          <a:xfrm>
            <a:off x="619125" y="50482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O </a:t>
            </a:r>
            <a:r>
              <a:rPr sz="2100"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sinal</a:t>
            </a:r>
            <a:r>
              <a:rPr sz="2100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sz="2100"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observado</a:t>
            </a:r>
            <a:r>
              <a:rPr sz="2100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sz="2100"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responde</a:t>
            </a:r>
            <a:r>
              <a:rPr sz="2100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à </a:t>
            </a:r>
            <a:r>
              <a:rPr sz="2100"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pergunta</a:t>
            </a:r>
            <a:r>
              <a:rPr sz="2100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sz="2100"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biológica</a:t>
            </a:r>
            <a:r>
              <a:rPr sz="2100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sz="2100"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proposta</a:t>
            </a:r>
            <a:r>
              <a:rPr sz="2100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6468019-7B6C-476D-A7CA-CCBEF5D50033}"/>
              </a:ext>
            </a:extLst>
          </p:cNvPr>
          <p:cNvSpPr>
            <a:spLocks noGrp="1"/>
          </p:cNvSpPr>
          <p:nvPr/>
        </p:nvSpPr>
        <p:spPr>
          <a:xfrm>
            <a:off x="619125" y="5657850"/>
            <a:ext cx="1066800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A tecnologia amplia a análise; a conclusão exige critérios e interpretação especializada.</a:t>
            </a:r>
          </a:p>
        </p:txBody>
      </p:sp>
      <p:pic>
        <p:nvPicPr>
          <p:cNvPr id="26" name="Imagem 25" descr="Principais etapas da hibridização fluorescente in situ. | Download Scientific Diagram">
            <a:extLst>
              <a:ext uri="{FF2B5EF4-FFF2-40B4-BE49-F238E27FC236}">
                <a16:creationId xmlns:a16="http://schemas.microsoft.com/office/drawing/2014/main" id="{93CB80D0-D0C2-79BF-6B76-B96689F09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168" y="3190875"/>
            <a:ext cx="2434782" cy="3514725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78A4968D-D5A9-19EB-707B-86C6B11DEA89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https://www.istockphoto.com/br/fotos/microarray</a:t>
            </a:r>
          </a:p>
        </p:txBody>
      </p:sp>
    </p:spTree>
    <p:extLst>
      <p:ext uri="{BB962C8B-B14F-4D97-AF65-F5344CB8AC3E}">
        <p14:creationId xmlns:p14="http://schemas.microsoft.com/office/powerpoint/2010/main" val="53461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DCF0C758-12E9-4BD3-B764-51DD829696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22079AE-FD47-4592-B5D6-7EFFBAE3572E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Processamento digital de imagens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7AA1E23-CFB5-4862-9263-0FA3DFA45BC5}"/>
              </a:ext>
            </a:extLst>
          </p:cNvPr>
          <p:cNvSpPr>
            <a:spLocks noGrp="1"/>
          </p:cNvSpPr>
          <p:nvPr/>
        </p:nvSpPr>
        <p:spPr>
          <a:xfrm>
            <a:off x="590550" y="1057275"/>
            <a:ext cx="685800" cy="47625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5FB4854-5220-4748-89AD-F5A800E4D605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7156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Fonte: Material didático disponibilizado no AVA, UA10 — Processamento digital de imagens.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DD1FBDC-C367-49B1-AB44-2EB181C988D8}"/>
              </a:ext>
            </a:extLst>
          </p:cNvPr>
          <p:cNvSpPr>
            <a:spLocks noGrp="1"/>
          </p:cNvSpPr>
          <p:nvPr/>
        </p:nvSpPr>
        <p:spPr>
          <a:xfrm>
            <a:off x="11430000" y="6448425"/>
            <a:ext cx="333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 algn="r">
              <a:defRPr sz="9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/>
          <a:srcRect l="14932" r="14932"/>
          <a:stretch>
            <a:fillRect/>
          </a:stretch>
        </p:blipFill>
        <p:spPr>
          <a:xfrm>
            <a:off x="590550" y="1476375"/>
            <a:ext cx="5905500" cy="4210050"/>
          </a:xfrm>
          <a:prstGeom prst="roundRect">
            <a:avLst>
              <a:gd name="adj" fmla="val 4072"/>
            </a:avLst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F1B5C87F-7479-47AC-B90F-63826C9D2E60}"/>
              </a:ext>
            </a:extLst>
          </p:cNvPr>
          <p:cNvSpPr>
            <a:spLocks noGrp="1"/>
          </p:cNvSpPr>
          <p:nvPr/>
        </p:nvSpPr>
        <p:spPr>
          <a:xfrm>
            <a:off x="6905625" y="1495425"/>
            <a:ext cx="461962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436"/>
          </a:bodyPr>
          <a:lstStyle/>
          <a:p>
            <a:pPr algn="l">
              <a:defRPr sz="19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Da imagem à informação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8DBF20-2F49-4757-8A0A-13327DC3255D}"/>
              </a:ext>
            </a:extLst>
          </p:cNvPr>
          <p:cNvSpPr>
            <a:spLocks noGrp="1"/>
          </p:cNvSpPr>
          <p:nvPr/>
        </p:nvSpPr>
        <p:spPr>
          <a:xfrm>
            <a:off x="6905625" y="1981200"/>
            <a:ext cx="4524375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60" lnSpcReduction="10000"/>
          </a:bodyPr>
          <a:lstStyle/>
          <a:p>
            <a:pPr algn="l"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interpretação identifica elementos de interesse e pode apoiar a produção de um mapa temático.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3F22476-8076-4D84-B2B3-21B1EFC4FB54}"/>
              </a:ext>
            </a:extLst>
          </p:cNvPr>
          <p:cNvSpPr>
            <a:spLocks noGrp="1"/>
          </p:cNvSpPr>
          <p:nvPr/>
        </p:nvSpPr>
        <p:spPr>
          <a:xfrm>
            <a:off x="6905625" y="328612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452" lnSpcReduction="10000"/>
          </a:bodyPr>
          <a:lstStyle/>
          <a:p>
            <a:pPr algn="l">
              <a:defRPr sz="15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Uso em saúde e ambiente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9625ADF-B4CC-4AA7-92E8-4ADC4F94B19D}"/>
              </a:ext>
            </a:extLst>
          </p:cNvPr>
          <p:cNvSpPr>
            <a:spLocks noGrp="1"/>
          </p:cNvSpPr>
          <p:nvPr/>
        </p:nvSpPr>
        <p:spPr>
          <a:xfrm>
            <a:off x="6905625" y="3609975"/>
            <a:ext cx="447675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Imagens ajudam a observar localização, distribuição e mudanças no território.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3B42EEE-472F-46F7-BB5B-8FB73224B0A4}"/>
              </a:ext>
            </a:extLst>
          </p:cNvPr>
          <p:cNvSpPr>
            <a:spLocks noGrp="1"/>
          </p:cNvSpPr>
          <p:nvPr/>
        </p:nvSpPr>
        <p:spPr>
          <a:xfrm>
            <a:off x="6905625" y="4714875"/>
            <a:ext cx="44767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O resultado depende do objetivo da análise, das características da imagem e da interpretação.</a:t>
            </a:r>
          </a:p>
        </p:txBody>
      </p:sp>
    </p:spTree>
    <p:extLst>
      <p:ext uri="{BB962C8B-B14F-4D97-AF65-F5344CB8AC3E}">
        <p14:creationId xmlns:p14="http://schemas.microsoft.com/office/powerpoint/2010/main" val="1010275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78457470-ABB4-4618-A277-B2678FDD48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FB7F1F0-CA7C-459F-ADC9-1FB542E8726D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Leitura visual e mapa temático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8D66AA6-E2B9-43A7-A26F-61F1B512A3A1}"/>
              </a:ext>
            </a:extLst>
          </p:cNvPr>
          <p:cNvSpPr>
            <a:spLocks noGrp="1"/>
          </p:cNvSpPr>
          <p:nvPr/>
        </p:nvSpPr>
        <p:spPr>
          <a:xfrm>
            <a:off x="590550" y="1057275"/>
            <a:ext cx="685800" cy="47625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D4B56F3-CE5D-4ACA-B01A-EB59BC294648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7156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Fonte: Material didático disponibilizado no AVA, UA10 — Processamento digital de imagens.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145B903-020B-4C05-A128-57F6063904BC}"/>
              </a:ext>
            </a:extLst>
          </p:cNvPr>
          <p:cNvSpPr>
            <a:spLocks noGrp="1"/>
          </p:cNvSpPr>
          <p:nvPr/>
        </p:nvSpPr>
        <p:spPr>
          <a:xfrm>
            <a:off x="11430000" y="6448425"/>
            <a:ext cx="333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 algn="r">
              <a:defRPr sz="9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AFE108-8A5A-45EB-ADA7-FCFE8DD6D655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667" lnSpcReduction="10000"/>
          </a:bodyPr>
          <a:lstStyle/>
          <a:p>
            <a:pPr algn="l">
              <a:defRPr sz="18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Na imagem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7BA727C-CD48-4344-B066-B3CB9C8413C6}"/>
              </a:ext>
            </a:extLst>
          </p:cNvPr>
          <p:cNvSpPr>
            <a:spLocks noGrp="1"/>
          </p:cNvSpPr>
          <p:nvPr/>
        </p:nvSpPr>
        <p:spPr>
          <a:xfrm>
            <a:off x="666750" y="1990725"/>
            <a:ext cx="4286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659" lnSpcReduction="1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Observe em conjunto: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A8DD42A-1A72-41C1-BE64-342866B9776B}"/>
              </a:ext>
            </a:extLst>
          </p:cNvPr>
          <p:cNvSpPr>
            <a:spLocks noGrp="1"/>
          </p:cNvSpPr>
          <p:nvPr/>
        </p:nvSpPr>
        <p:spPr>
          <a:xfrm>
            <a:off x="666750" y="2505075"/>
            <a:ext cx="476250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• </a:t>
            </a:r>
            <a:r>
              <a:rPr sz="18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cor</a:t>
            </a:r>
            <a:r>
              <a:rPr sz="18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e </a:t>
            </a:r>
            <a:r>
              <a:rPr sz="18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tonalidade</a:t>
            </a:r>
            <a:endParaRPr sz="1800" b="0" dirty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8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• </a:t>
            </a:r>
            <a:r>
              <a:rPr sz="18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textura</a:t>
            </a:r>
            <a:r>
              <a:rPr sz="18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e forma</a:t>
            </a:r>
          </a:p>
          <a:p>
            <a:pPr algn="l">
              <a:defRPr sz="18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• </a:t>
            </a:r>
            <a:r>
              <a:rPr sz="18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contexto</a:t>
            </a:r>
            <a:r>
              <a:rPr sz="18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e </a:t>
            </a:r>
            <a:r>
              <a:rPr sz="18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relação</a:t>
            </a:r>
            <a:r>
              <a:rPr sz="18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entre </a:t>
            </a:r>
            <a:r>
              <a:rPr sz="18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elementos</a:t>
            </a:r>
            <a:endParaRPr sz="1800" b="0" dirty="0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12EF354-BF60-4A86-8AF7-87B332771621}"/>
              </a:ext>
            </a:extLst>
          </p:cNvPr>
          <p:cNvSpPr>
            <a:spLocks noGrp="1"/>
          </p:cNvSpPr>
          <p:nvPr/>
        </p:nvSpPr>
        <p:spPr>
          <a:xfrm>
            <a:off x="5953125" y="1571625"/>
            <a:ext cx="19050" cy="4000500"/>
          </a:xfrm>
          <a:prstGeom prst="rect">
            <a:avLst/>
          </a:prstGeom>
          <a:solidFill>
            <a:srgbClr val="C8D8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8581B95-6DD9-459F-8007-A80467FB243F}"/>
              </a:ext>
            </a:extLst>
          </p:cNvPr>
          <p:cNvSpPr>
            <a:spLocks noGrp="1"/>
          </p:cNvSpPr>
          <p:nvPr/>
        </p:nvSpPr>
        <p:spPr>
          <a:xfrm>
            <a:off x="6572250" y="1524000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667" lnSpcReduction="10000"/>
          </a:bodyPr>
          <a:lstStyle/>
          <a:p>
            <a:pPr algn="l">
              <a:defRPr sz="18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No mapa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502C3E6-7FA1-4682-8877-E7B1BB132EAF}"/>
              </a:ext>
            </a:extLst>
          </p:cNvPr>
          <p:cNvSpPr>
            <a:spLocks noGrp="1"/>
          </p:cNvSpPr>
          <p:nvPr/>
        </p:nvSpPr>
        <p:spPr>
          <a:xfrm>
            <a:off x="6572250" y="1990725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Comunique o que foi interpretado: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FEF7C57-8675-49E9-8368-D79CCA437A27}"/>
              </a:ext>
            </a:extLst>
          </p:cNvPr>
          <p:cNvSpPr>
            <a:spLocks noGrp="1"/>
          </p:cNvSpPr>
          <p:nvPr/>
        </p:nvSpPr>
        <p:spPr>
          <a:xfrm>
            <a:off x="6572250" y="2724150"/>
            <a:ext cx="485775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• </a:t>
            </a:r>
            <a:r>
              <a:rPr sz="172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tema</a:t>
            </a:r>
            <a:r>
              <a:rPr sz="172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e legenda claros</a:t>
            </a:r>
          </a:p>
          <a:p>
            <a:pPr algn="l"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• </a:t>
            </a:r>
            <a:r>
              <a:rPr sz="172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área</a:t>
            </a:r>
            <a:r>
              <a:rPr sz="172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72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representada</a:t>
            </a:r>
            <a:r>
              <a:rPr sz="172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72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identificável</a:t>
            </a:r>
            <a:endParaRPr sz="1725" b="0" dirty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• </a:t>
            </a:r>
            <a:r>
              <a:rPr sz="172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fonte</a:t>
            </a:r>
            <a:r>
              <a:rPr sz="172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e data da </a:t>
            </a:r>
            <a:r>
              <a:rPr sz="172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imagem</a:t>
            </a:r>
            <a:r>
              <a:rPr sz="172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72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registradas</a:t>
            </a:r>
            <a:endParaRPr sz="1725" b="0" dirty="0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C991DD0-7181-4DAF-89D9-CBFE31D4D1AB}"/>
              </a:ext>
            </a:extLst>
          </p:cNvPr>
          <p:cNvSpPr>
            <a:spLocks noGrp="1"/>
          </p:cNvSpPr>
          <p:nvPr/>
        </p:nvSpPr>
        <p:spPr>
          <a:xfrm>
            <a:off x="6219826" y="4762500"/>
            <a:ext cx="5114923" cy="1428750"/>
          </a:xfrm>
          <a:prstGeom prst="roundRect">
            <a:avLst>
              <a:gd name="adj" fmla="val 17949"/>
            </a:avLst>
          </a:prstGeom>
          <a:solidFill>
            <a:srgbClr val="D9F0E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7A0DC8C-D420-4006-81AF-E45881B94992}"/>
              </a:ext>
            </a:extLst>
          </p:cNvPr>
          <p:cNvSpPr>
            <a:spLocks noGrp="1"/>
          </p:cNvSpPr>
          <p:nvPr/>
        </p:nvSpPr>
        <p:spPr>
          <a:xfrm>
            <a:off x="6572250" y="4917439"/>
            <a:ext cx="4419599" cy="116903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</a:t>
            </a:r>
            <a:r>
              <a:rPr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interpretação</a:t>
            </a:r>
            <a:r>
              <a:rPr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é </a:t>
            </a:r>
            <a:r>
              <a:rPr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</a:t>
            </a:r>
            <a:r>
              <a:rPr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etapa</a:t>
            </a:r>
            <a:r>
              <a:rPr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analítica</a:t>
            </a:r>
            <a:r>
              <a:rPr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: </a:t>
            </a:r>
            <a:r>
              <a:rPr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diferentes</a:t>
            </a:r>
            <a:r>
              <a:rPr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evidências</a:t>
            </a:r>
            <a:r>
              <a:rPr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ajudam</a:t>
            </a:r>
            <a:r>
              <a:rPr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a </a:t>
            </a:r>
            <a:r>
              <a:rPr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reduzir</a:t>
            </a:r>
            <a:r>
              <a:rPr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leituras</a:t>
            </a:r>
            <a:r>
              <a:rPr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b="1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apressadas</a:t>
            </a:r>
            <a:r>
              <a:rPr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pic>
        <p:nvPicPr>
          <p:cNvPr id="16" name="Imagem 15" descr="conservação ambiental de plantas e dna de hélice dupla e código binário e dna microarray.  as veias das folhas estão flutuando. - microarray - fotografias e filmes do acervo">
            <a:extLst>
              <a:ext uri="{FF2B5EF4-FFF2-40B4-BE49-F238E27FC236}">
                <a16:creationId xmlns:a16="http://schemas.microsoft.com/office/drawing/2014/main" id="{B00E0507-A4F4-E058-291D-1F4853B26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867" y="1181100"/>
            <a:ext cx="2381758" cy="1587839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0FCC4833-9A2C-102C-274F-CC62AE1EE4F6}"/>
              </a:ext>
            </a:extLst>
          </p:cNvPr>
          <p:cNvSpPr txBox="1"/>
          <p:nvPr/>
        </p:nvSpPr>
        <p:spPr>
          <a:xfrm>
            <a:off x="6219826" y="3787776"/>
            <a:ext cx="5210175" cy="926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https://www.slideteam.net/blog/os-10-principais-modelos-de-mapas-de-calor-de-risco-com-exemplos-e-amostras-2?lang=Portuguese</a:t>
            </a:r>
            <a:r>
              <a:rPr lang="pt-BR" dirty="0"/>
              <a:t> </a:t>
            </a:r>
          </a:p>
        </p:txBody>
      </p:sp>
      <p:pic>
        <p:nvPicPr>
          <p:cNvPr id="20" name="Imagem 19" descr="Segmentação de Imagens Médicas com Deep Learning - Data Science Academy">
            <a:extLst>
              <a:ext uri="{FF2B5EF4-FFF2-40B4-BE49-F238E27FC236}">
                <a16:creationId xmlns:a16="http://schemas.microsoft.com/office/drawing/2014/main" id="{A880C803-8EB9-6069-E8A2-C98649E26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3686555"/>
            <a:ext cx="5167876" cy="234277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CFAA6F4E-C723-4A85-F37E-744944AADFE2}"/>
              </a:ext>
            </a:extLst>
          </p:cNvPr>
          <p:cNvSpPr txBox="1"/>
          <p:nvPr/>
        </p:nvSpPr>
        <p:spPr>
          <a:xfrm>
            <a:off x="5667375" y="62637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6"/>
              </a:rPr>
              <a:t>https://blog.accurate.com.br/analise-de-imagens-por-ia/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1362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41C16F43-FC66-4BC3-847F-25D6A019FE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448F1C4-1029-4070-8A70-09C70BF76260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IA como apoio à gestão em saúde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0244AFA-4C71-46B4-BDE1-3852AA5401DF}"/>
              </a:ext>
            </a:extLst>
          </p:cNvPr>
          <p:cNvSpPr>
            <a:spLocks noGrp="1"/>
          </p:cNvSpPr>
          <p:nvPr/>
        </p:nvSpPr>
        <p:spPr>
          <a:xfrm>
            <a:off x="590550" y="1057275"/>
            <a:ext cx="685800" cy="47625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9EBC3AC-B011-407C-B200-3D455D132183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7156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Fonte: Material didático disponibilizado no AVA, UA11 — Inteligência artificial como apoio para a gestão em saúde.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6B85321-9783-40CB-8678-B5762D67FD84}"/>
              </a:ext>
            </a:extLst>
          </p:cNvPr>
          <p:cNvSpPr>
            <a:spLocks noGrp="1"/>
          </p:cNvSpPr>
          <p:nvPr/>
        </p:nvSpPr>
        <p:spPr>
          <a:xfrm>
            <a:off x="11430000" y="6448425"/>
            <a:ext cx="333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 algn="r">
              <a:defRPr sz="9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94AF67A-2BAF-4C42-A37C-9CE7B9E5E6AB}"/>
              </a:ext>
            </a:extLst>
          </p:cNvPr>
          <p:cNvSpPr>
            <a:spLocks noGrp="1"/>
          </p:cNvSpPr>
          <p:nvPr/>
        </p:nvSpPr>
        <p:spPr>
          <a:xfrm>
            <a:off x="590550" y="1476375"/>
            <a:ext cx="514350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IA pode organizar informações e apoiar decisões de gestão.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B1A99B-1909-4457-8FB7-FC5C8FE3D802}"/>
              </a:ext>
            </a:extLst>
          </p:cNvPr>
          <p:cNvSpPr>
            <a:spLocks noGrp="1"/>
          </p:cNvSpPr>
          <p:nvPr/>
        </p:nvSpPr>
        <p:spPr>
          <a:xfrm>
            <a:off x="590550" y="2628900"/>
            <a:ext cx="5000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Possibilidades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EDB6AAD-3598-4657-A688-6D7B19F80BE8}"/>
              </a:ext>
            </a:extLst>
          </p:cNvPr>
          <p:cNvSpPr>
            <a:spLocks noGrp="1"/>
          </p:cNvSpPr>
          <p:nvPr/>
        </p:nvSpPr>
        <p:spPr>
          <a:xfrm>
            <a:off x="590550" y="2952750"/>
            <a:ext cx="500062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Identificar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padrões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nos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dados e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apoiar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o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planejamento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de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serviços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D7ED6D9-33A3-45A8-9E60-1DF978CF2D1E}"/>
              </a:ext>
            </a:extLst>
          </p:cNvPr>
          <p:cNvSpPr>
            <a:spLocks noGrp="1"/>
          </p:cNvSpPr>
          <p:nvPr/>
        </p:nvSpPr>
        <p:spPr>
          <a:xfrm>
            <a:off x="590550" y="3743325"/>
            <a:ext cx="5000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Sistemas especialistas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D970B53-2932-4EF2-8162-D389D9F2E4AC}"/>
              </a:ext>
            </a:extLst>
          </p:cNvPr>
          <p:cNvSpPr>
            <a:spLocks noGrp="1"/>
          </p:cNvSpPr>
          <p:nvPr/>
        </p:nvSpPr>
        <p:spPr>
          <a:xfrm>
            <a:off x="590550" y="4067175"/>
            <a:ext cx="500062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Representam conhecimento e regras para apoiar a solução de problemas.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D4F737E-8173-4C3B-AB65-64A525D2D61F}"/>
              </a:ext>
            </a:extLst>
          </p:cNvPr>
          <p:cNvSpPr>
            <a:spLocks noGrp="1"/>
          </p:cNvSpPr>
          <p:nvPr/>
        </p:nvSpPr>
        <p:spPr>
          <a:xfrm>
            <a:off x="590550" y="5057775"/>
            <a:ext cx="5000625" cy="723900"/>
          </a:xfrm>
          <a:prstGeom prst="roundRect">
            <a:avLst>
              <a:gd name="adj" fmla="val 15789"/>
            </a:avLst>
          </a:prstGeom>
          <a:solidFill>
            <a:srgbClr val="F2E7C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05666DF-0832-40E4-8DCA-5A01A66578EF}"/>
              </a:ext>
            </a:extLst>
          </p:cNvPr>
          <p:cNvSpPr>
            <a:spLocks noGrp="1"/>
          </p:cNvSpPr>
          <p:nvPr/>
        </p:nvSpPr>
        <p:spPr>
          <a:xfrm>
            <a:off x="781050" y="5210175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518" lnSpcReduction="10000"/>
          </a:bodyPr>
          <a:lstStyle/>
          <a:p>
            <a:pPr algn="l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 equipe precisa avaliar dados, limites e adequação da recomendação.</a:t>
            </a:r>
          </a:p>
        </p:txBody>
      </p:sp>
      <p:pic>
        <p:nvPicPr>
          <p:cNvPr id="26" name="Imagem 25"/>
          <p:cNvPicPr>
            <a:picLocks noChangeAspect="1"/>
          </p:cNvPicPr>
          <p:nvPr/>
        </p:nvPicPr>
        <p:blipFill>
          <a:blip r:embed="rId3"/>
          <a:srcRect l="17333" r="17333"/>
          <a:stretch>
            <a:fillRect/>
          </a:stretch>
        </p:blipFill>
        <p:spPr>
          <a:xfrm>
            <a:off x="6162675" y="1252538"/>
            <a:ext cx="5600700" cy="4286250"/>
          </a:xfrm>
          <a:prstGeom prst="roundRect">
            <a:avLst>
              <a:gd name="adj" fmla="val 4000"/>
            </a:avLst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AD2B7DCA-3426-654D-C5FB-2EF0C2FF5B2F}"/>
              </a:ext>
            </a:extLst>
          </p:cNvPr>
          <p:cNvSpPr txBox="1"/>
          <p:nvPr/>
        </p:nvSpPr>
        <p:spPr>
          <a:xfrm>
            <a:off x="504827" y="59102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https://blog.accurate.com.br/analise-de-imagens-por-ia/</a:t>
            </a:r>
            <a:r>
              <a:rPr lang="pt-BR" dirty="0"/>
              <a:t>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E0DB7E-8DB1-018A-A826-D42F5431AB70}"/>
              </a:ext>
            </a:extLst>
          </p:cNvPr>
          <p:cNvSpPr txBox="1"/>
          <p:nvPr/>
        </p:nvSpPr>
        <p:spPr>
          <a:xfrm>
            <a:off x="6329680" y="583066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ighlight>
                  <a:srgbClr val="FFFF00"/>
                </a:highlight>
                <a:hlinkClick r:id="rId5"/>
              </a:rPr>
              <a:t>IBM Benefícios da IA na Saúde</a:t>
            </a:r>
            <a:br>
              <a:rPr lang="pt-BR" dirty="0">
                <a:hlinkClick r:id="rId5"/>
              </a:rPr>
            </a:br>
            <a:r>
              <a:rPr lang="pt-BR" dirty="0">
                <a:hlinkClick r:id="rId5"/>
              </a:rPr>
              <a:t>https://www.ibm.com/br-pt/think/insights/ai-healthcare-benefits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0365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5FE4ADA9-3619-4017-AF25-EE2CF3C764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985608D-8D5E-424E-BBE0-9FEE1832C01B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Caso rápido: espera e faltas em consultas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0752424-1A42-4FD9-845C-880170F7BC2E}"/>
              </a:ext>
            </a:extLst>
          </p:cNvPr>
          <p:cNvSpPr>
            <a:spLocks noGrp="1"/>
          </p:cNvSpPr>
          <p:nvPr/>
        </p:nvSpPr>
        <p:spPr>
          <a:xfrm>
            <a:off x="590550" y="1057275"/>
            <a:ext cx="685800" cy="47625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2778DBD-E285-40B8-82BB-B17E7E595570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7156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Fonte: Material didático disponibilizado no AVA, Discussão em duplas • 5 minutos.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C3AD2F5-65CB-4287-BCB0-DA78BC74131E}"/>
              </a:ext>
            </a:extLst>
          </p:cNvPr>
          <p:cNvSpPr>
            <a:spLocks noGrp="1"/>
          </p:cNvSpPr>
          <p:nvPr/>
        </p:nvSpPr>
        <p:spPr>
          <a:xfrm>
            <a:off x="11430000" y="6448425"/>
            <a:ext cx="333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 algn="r">
              <a:defRPr sz="9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DD318E2-DF0C-4A42-9117-320E269685A1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458"/>
          </a:bodyPr>
          <a:lstStyle/>
          <a:p>
            <a:pPr algn="l">
              <a:defRPr sz="22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unidade de saúde observa aumento no tempo de espera e muitas faltas.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999B2A1-8DC6-4A87-A5EA-39046FA74800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equipe avalia usar dados históricos e uma ferramenta de IA para organizar os horários.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B72CD63-9309-4FB5-A38C-CC147DFD4882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1076325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B8A68DC-4356-413E-95D8-7DCA6D91C119}"/>
              </a:ext>
            </a:extLst>
          </p:cNvPr>
          <p:cNvSpPr>
            <a:spLocks noGrp="1"/>
          </p:cNvSpPr>
          <p:nvPr/>
        </p:nvSpPr>
        <p:spPr>
          <a:xfrm>
            <a:off x="904875" y="3686175"/>
            <a:ext cx="10001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9924" lnSpcReduction="10000"/>
          </a:bodyPr>
          <a:lstStyle/>
          <a:p>
            <a:pPr algn="l">
              <a:defRPr sz="16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Conversem e escolham uma recomendação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670EA34-67A5-4102-8E46-837178F6C4E3}"/>
              </a:ext>
            </a:extLst>
          </p:cNvPr>
          <p:cNvSpPr>
            <a:spLocks noGrp="1"/>
          </p:cNvSpPr>
          <p:nvPr/>
        </p:nvSpPr>
        <p:spPr>
          <a:xfrm>
            <a:off x="904875" y="4143375"/>
            <a:ext cx="981075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Que</a:t>
            </a: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dados </a:t>
            </a:r>
            <a:r>
              <a:rPr sz="165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seriam</a:t>
            </a: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úteis</a:t>
            </a: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?</a:t>
            </a:r>
          </a:p>
          <a:p>
            <a:pPr algn="l"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Que</a:t>
            </a: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risco</a:t>
            </a: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precisa</a:t>
            </a: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ser </a:t>
            </a:r>
            <a:r>
              <a:rPr sz="165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verificado</a:t>
            </a: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?</a:t>
            </a:r>
          </a:p>
          <a:p>
            <a:pPr algn="l">
              <a:defRPr sz="16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Como a equipe </a:t>
            </a:r>
            <a:r>
              <a:rPr sz="165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deve</a:t>
            </a: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usar a </a:t>
            </a:r>
            <a:r>
              <a:rPr sz="165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recomendação</a:t>
            </a:r>
            <a:r>
              <a:rPr sz="165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C287A7F-486B-43B4-96F9-4A9F6D818640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425" b="1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26777"/>
                </a:solidFill>
                <a:latin typeface="Aptos"/>
                <a:ea typeface="Aptos"/>
                <a:cs typeface="Aptos"/>
              </a:rPr>
              <a:t>Compartilhamento: uma dupla apresenta uma ideia em até 30 segundos.</a:t>
            </a:r>
          </a:p>
        </p:txBody>
      </p:sp>
    </p:spTree>
    <p:extLst>
      <p:ext uri="{BB962C8B-B14F-4D97-AF65-F5344CB8AC3E}">
        <p14:creationId xmlns:p14="http://schemas.microsoft.com/office/powerpoint/2010/main" val="1589725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5AD85EDE-789A-4A7C-A033-59739FA2F3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1496A07-5EB3-4456-A9F3-08AE836AC9E0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ponto em comum entre as três unidades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197B5F5-C2BA-49EC-A09A-2971EB17F385}"/>
              </a:ext>
            </a:extLst>
          </p:cNvPr>
          <p:cNvSpPr>
            <a:spLocks noGrp="1"/>
          </p:cNvSpPr>
          <p:nvPr/>
        </p:nvSpPr>
        <p:spPr>
          <a:xfrm>
            <a:off x="590550" y="1057275"/>
            <a:ext cx="685800" cy="47625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396B1F2-0DAD-4C3D-898F-455271511FD3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7156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Aula de Bioinformática • 20h–21h20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FE4BDE1-B094-4527-9244-0CFAF1632C78}"/>
              </a:ext>
            </a:extLst>
          </p:cNvPr>
          <p:cNvSpPr>
            <a:spLocks noGrp="1"/>
          </p:cNvSpPr>
          <p:nvPr/>
        </p:nvSpPr>
        <p:spPr>
          <a:xfrm>
            <a:off x="11430000" y="6448425"/>
            <a:ext cx="333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 algn="r">
              <a:defRPr sz="9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64D55FD-48FC-4A7E-886D-EC3445D6366B}"/>
              </a:ext>
            </a:extLst>
          </p:cNvPr>
          <p:cNvSpPr>
            <a:spLocks noGrp="1"/>
          </p:cNvSpPr>
          <p:nvPr/>
        </p:nvSpPr>
        <p:spPr>
          <a:xfrm>
            <a:off x="619125" y="18288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MICROARRANJOS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C776D44-2C59-4FF5-BB6A-2F164840D735}"/>
              </a:ext>
            </a:extLst>
          </p:cNvPr>
          <p:cNvSpPr>
            <a:spLocks noGrp="1"/>
          </p:cNvSpPr>
          <p:nvPr/>
        </p:nvSpPr>
        <p:spPr>
          <a:xfrm>
            <a:off x="619125" y="2343150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Sinais moleculares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C0E2D42-E899-4266-B99A-4AFB78928433}"/>
              </a:ext>
            </a:extLst>
          </p:cNvPr>
          <p:cNvSpPr>
            <a:spLocks noGrp="1"/>
          </p:cNvSpPr>
          <p:nvPr/>
        </p:nvSpPr>
        <p:spPr>
          <a:xfrm>
            <a:off x="619125" y="3105150"/>
            <a:ext cx="3143250" cy="38100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D797300-5FEC-4BE2-9D8E-FFEF71FD150C}"/>
              </a:ext>
            </a:extLst>
          </p:cNvPr>
          <p:cNvSpPr>
            <a:spLocks noGrp="1"/>
          </p:cNvSpPr>
          <p:nvPr/>
        </p:nvSpPr>
        <p:spPr>
          <a:xfrm>
            <a:off x="619125" y="3390900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Que padrão aparece nos alvos analisados?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79B2B31-CBB4-4049-931C-3C007B5194D0}"/>
              </a:ext>
            </a:extLst>
          </p:cNvPr>
          <p:cNvSpPr>
            <a:spLocks noGrp="1"/>
          </p:cNvSpPr>
          <p:nvPr/>
        </p:nvSpPr>
        <p:spPr>
          <a:xfrm>
            <a:off x="4333875" y="18288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IMAGENS DIGITAIS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B795866-5452-472B-9359-AA2F278CB979}"/>
              </a:ext>
            </a:extLst>
          </p:cNvPr>
          <p:cNvSpPr>
            <a:spLocks noGrp="1"/>
          </p:cNvSpPr>
          <p:nvPr/>
        </p:nvSpPr>
        <p:spPr>
          <a:xfrm>
            <a:off x="4333875" y="2343150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20000"/>
          </a:bodyPr>
          <a:lstStyle/>
          <a:p>
            <a:pPr algn="l"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lang="pt-BR" sz="202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Como elas podem nos ajudar e como analisar</a:t>
            </a:r>
            <a:endParaRPr sz="2025" b="1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AF3D693-07EA-49BC-BA3B-15CA18EA4BC4}"/>
              </a:ext>
            </a:extLst>
          </p:cNvPr>
          <p:cNvSpPr>
            <a:spLocks noGrp="1"/>
          </p:cNvSpPr>
          <p:nvPr/>
        </p:nvSpPr>
        <p:spPr>
          <a:xfrm>
            <a:off x="4333875" y="3105150"/>
            <a:ext cx="3143250" cy="38100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C770566-9050-4D2B-83D0-BC5D4103A32B}"/>
              </a:ext>
            </a:extLst>
          </p:cNvPr>
          <p:cNvSpPr>
            <a:spLocks noGrp="1"/>
          </p:cNvSpPr>
          <p:nvPr/>
        </p:nvSpPr>
        <p:spPr>
          <a:xfrm>
            <a:off x="4333875" y="3390900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que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a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imagem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permite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observar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CC38D52-4125-4FB0-A628-49244842FE59}"/>
              </a:ext>
            </a:extLst>
          </p:cNvPr>
          <p:cNvSpPr>
            <a:spLocks noGrp="1"/>
          </p:cNvSpPr>
          <p:nvPr/>
        </p:nvSpPr>
        <p:spPr>
          <a:xfrm>
            <a:off x="8048625" y="1828800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IA NA GESTÃO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E71C3F7-E0FB-464F-8913-2438425B78C0}"/>
              </a:ext>
            </a:extLst>
          </p:cNvPr>
          <p:cNvSpPr>
            <a:spLocks noGrp="1"/>
          </p:cNvSpPr>
          <p:nvPr/>
        </p:nvSpPr>
        <p:spPr>
          <a:xfrm>
            <a:off x="8048625" y="2343150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Padrões em dados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F2F4AC7-7A0E-4914-B8A4-DCAE3D8DB4D7}"/>
              </a:ext>
            </a:extLst>
          </p:cNvPr>
          <p:cNvSpPr>
            <a:spLocks noGrp="1"/>
          </p:cNvSpPr>
          <p:nvPr/>
        </p:nvSpPr>
        <p:spPr>
          <a:xfrm>
            <a:off x="8048625" y="3105150"/>
            <a:ext cx="3143250" cy="38100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5988B5F-800D-43D8-8BE5-C7EFA994B9BC}"/>
              </a:ext>
            </a:extLst>
          </p:cNvPr>
          <p:cNvSpPr>
            <a:spLocks noGrp="1"/>
          </p:cNvSpPr>
          <p:nvPr/>
        </p:nvSpPr>
        <p:spPr>
          <a:xfrm>
            <a:off x="8048625" y="3390900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Como a informação apoia uma decisão?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80855D9-7829-41E2-9CA6-38E1A6E2CDFF}"/>
              </a:ext>
            </a:extLst>
          </p:cNvPr>
          <p:cNvSpPr>
            <a:spLocks noGrp="1"/>
          </p:cNvSpPr>
          <p:nvPr/>
        </p:nvSpPr>
        <p:spPr>
          <a:xfrm>
            <a:off x="619125" y="4762500"/>
            <a:ext cx="10763250" cy="952500"/>
          </a:xfrm>
          <a:prstGeom prst="roundRect">
            <a:avLst>
              <a:gd name="adj" fmla="val 14000"/>
            </a:avLst>
          </a:prstGeom>
          <a:solidFill>
            <a:srgbClr val="102A43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34D9BBA-D8B3-47A2-9E77-A6EF87CACE55}"/>
              </a:ext>
            </a:extLst>
          </p:cNvPr>
          <p:cNvSpPr>
            <a:spLocks noGrp="1"/>
          </p:cNvSpPr>
          <p:nvPr/>
        </p:nvSpPr>
        <p:spPr>
          <a:xfrm>
            <a:off x="895350" y="5000625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293"/>
          </a:bodyPr>
          <a:lstStyle/>
          <a:p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 todos os casos, o método ajuda a analisar dados. A interpretação humana dá sentido ao resultado.</a:t>
            </a:r>
          </a:p>
        </p:txBody>
      </p:sp>
    </p:spTree>
    <p:extLst>
      <p:ext uri="{BB962C8B-B14F-4D97-AF65-F5344CB8AC3E}">
        <p14:creationId xmlns:p14="http://schemas.microsoft.com/office/powerpoint/2010/main" val="470861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AB8F2D20-00EB-48CA-B73C-FC732C1341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0FFF15F-D642-458B-B377-8CC134B6C2E2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Quiz de revisão • questões 1 a 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B0D6C05-F1D7-4F0B-A123-2E6AEBC98FA8}"/>
              </a:ext>
            </a:extLst>
          </p:cNvPr>
          <p:cNvSpPr>
            <a:spLocks noGrp="1"/>
          </p:cNvSpPr>
          <p:nvPr/>
        </p:nvSpPr>
        <p:spPr>
          <a:xfrm>
            <a:off x="590550" y="1057275"/>
            <a:ext cx="685800" cy="47625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0C114E6-D0B9-48ED-8ADF-9E44DAFB50C9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7156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Fonte: Material didático disponibilizado no AVA, Marque uma resposta para cada questão.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E3B6DCD-C89E-468D-8BF0-9AF26EA5CDC6}"/>
              </a:ext>
            </a:extLst>
          </p:cNvPr>
          <p:cNvSpPr>
            <a:spLocks noGrp="1"/>
          </p:cNvSpPr>
          <p:nvPr/>
        </p:nvSpPr>
        <p:spPr>
          <a:xfrm>
            <a:off x="11430000" y="6448425"/>
            <a:ext cx="333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 algn="r">
              <a:defRPr sz="9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E3509C-A12F-4E8E-BA16-E7ABC6C1A258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212" lnSpcReduction="1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1. Qual característica define os microarranjos?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B85D091-777F-4391-A0F7-F0C98CB28036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A)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Analisam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muitos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alvos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genéticos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em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paralelo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B)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Comparam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apenas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uma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característica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por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experimento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C) Substituem a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avaliação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clínica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D)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Produzem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imagens de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satélite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7A9843B-2FEC-4BDA-88CF-185A3D27A468}"/>
              </a:ext>
            </a:extLst>
          </p:cNvPr>
          <p:cNvSpPr>
            <a:spLocks noGrp="1"/>
          </p:cNvSpPr>
          <p:nvPr/>
        </p:nvSpPr>
        <p:spPr>
          <a:xfrm>
            <a:off x="619125" y="3095625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212" lnSpcReduction="1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2. O que ajuda a distinguir elementos em uma imagem?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ADC8712-1339-462C-AEB7-62A648E145E5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A)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Apenas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o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tamanho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do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arquivo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B) Cor,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tonalidade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,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textura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e forma.</a:t>
            </a:r>
          </a:p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C)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Somente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a data de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captura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D)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Apenas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a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ampliação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aplicada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7D26D38-0C2C-4A4F-8B9C-A6359032D86B}"/>
              </a:ext>
            </a:extLst>
          </p:cNvPr>
          <p:cNvSpPr>
            <a:spLocks noGrp="1"/>
          </p:cNvSpPr>
          <p:nvPr/>
        </p:nvSpPr>
        <p:spPr>
          <a:xfrm>
            <a:off x="619125" y="4714875"/>
            <a:ext cx="10953750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212" lnSpcReduction="1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3. Qual resultado pode surgir da interpretação de imagens?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E1E7440-8248-490B-A9D0-10BF5D61F659}"/>
              </a:ext>
            </a:extLst>
          </p:cNvPr>
          <p:cNvSpPr>
            <a:spLocks noGrp="1"/>
          </p:cNvSpPr>
          <p:nvPr/>
        </p:nvSpPr>
        <p:spPr>
          <a:xfrm>
            <a:off x="781050" y="5095875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A) Uma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sequência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genética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B) Um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cadastro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hospitalar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C) Um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mapa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temático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D) Um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sistema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especialista</a:t>
            </a:r>
            <a:r>
              <a:rPr sz="13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3" name="Seta: para a Esquerda 12">
            <a:extLst>
              <a:ext uri="{FF2B5EF4-FFF2-40B4-BE49-F238E27FC236}">
                <a16:creationId xmlns:a16="http://schemas.microsoft.com/office/drawing/2014/main" id="{794CC354-2E75-1524-541E-A926C30022E0}"/>
              </a:ext>
            </a:extLst>
          </p:cNvPr>
          <p:cNvSpPr/>
          <p:nvPr/>
        </p:nvSpPr>
        <p:spPr>
          <a:xfrm>
            <a:off x="4602480" y="1905000"/>
            <a:ext cx="548640" cy="2190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Esquerda 13">
            <a:extLst>
              <a:ext uri="{FF2B5EF4-FFF2-40B4-BE49-F238E27FC236}">
                <a16:creationId xmlns:a16="http://schemas.microsoft.com/office/drawing/2014/main" id="{74541C5A-FF5D-E091-A49F-7F61B540FC61}"/>
              </a:ext>
            </a:extLst>
          </p:cNvPr>
          <p:cNvSpPr/>
          <p:nvPr/>
        </p:nvSpPr>
        <p:spPr>
          <a:xfrm>
            <a:off x="3515360" y="3729037"/>
            <a:ext cx="548640" cy="2190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Esquerda 14">
            <a:extLst>
              <a:ext uri="{FF2B5EF4-FFF2-40B4-BE49-F238E27FC236}">
                <a16:creationId xmlns:a16="http://schemas.microsoft.com/office/drawing/2014/main" id="{BB2B17E4-2FB5-DCB2-FB5F-E794AA8D97B1}"/>
              </a:ext>
            </a:extLst>
          </p:cNvPr>
          <p:cNvSpPr/>
          <p:nvPr/>
        </p:nvSpPr>
        <p:spPr>
          <a:xfrm>
            <a:off x="2966720" y="5591175"/>
            <a:ext cx="548640" cy="2190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74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C02FC3E4-25FC-4687-A65E-B77BBAF8F6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EC17EFC-7396-4F7D-BF13-7BC65DF3EB23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Quiz de revisão • questões 4 e 5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CCE0AA0-EC51-436C-87BD-DFBA021E4044}"/>
              </a:ext>
            </a:extLst>
          </p:cNvPr>
          <p:cNvSpPr>
            <a:spLocks noGrp="1"/>
          </p:cNvSpPr>
          <p:nvPr/>
        </p:nvSpPr>
        <p:spPr>
          <a:xfrm>
            <a:off x="590550" y="1057275"/>
            <a:ext cx="685800" cy="47625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50C1481-CEF2-4C16-9FC2-D66D96CF9F2C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7156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Fonte: Material didático disponibilizado no AVA, Marque uma resposta para cada questão.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4290104-7AD0-4A2C-8DE0-37E51350D22C}"/>
              </a:ext>
            </a:extLst>
          </p:cNvPr>
          <p:cNvSpPr>
            <a:spLocks noGrp="1"/>
          </p:cNvSpPr>
          <p:nvPr/>
        </p:nvSpPr>
        <p:spPr>
          <a:xfrm>
            <a:off x="11430000" y="6448425"/>
            <a:ext cx="333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 algn="r">
              <a:defRPr sz="9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5F9C466-449F-485A-B6E3-87702CD07F45}"/>
              </a:ext>
            </a:extLst>
          </p:cNvPr>
          <p:cNvSpPr>
            <a:spLocks noGrp="1"/>
          </p:cNvSpPr>
          <p:nvPr/>
        </p:nvSpPr>
        <p:spPr>
          <a:xfrm>
            <a:off x="619125" y="1571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4. Na gestão em saúde, a inteligência artificial pode: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6739FC7-38BE-4132-9B14-AC2F32E3036D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1066800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A) apoiar análises e decisões com base em dados.</a:t>
            </a:r>
          </a:p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B) decidir todo cuidado sem participação profissional.</a:t>
            </a:r>
          </a:p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C) eliminar a necessidade de capacitar equipes.</a:t>
            </a:r>
          </a:p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D) garantir que qualquer recomendação esteja correta.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4758A11-950C-4223-B80A-45D9914AFC7A}"/>
              </a:ext>
            </a:extLst>
          </p:cNvPr>
          <p:cNvSpPr>
            <a:spLocks noGrp="1"/>
          </p:cNvSpPr>
          <p:nvPr/>
        </p:nvSpPr>
        <p:spPr>
          <a:xfrm>
            <a:off x="619125" y="3638550"/>
            <a:ext cx="10715625" cy="9525"/>
          </a:xfrm>
          <a:prstGeom prst="rect">
            <a:avLst/>
          </a:prstGeom>
          <a:solidFill>
            <a:srgbClr val="C8D8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71DD226-2D10-4CE5-9471-79DB22DFA93C}"/>
              </a:ext>
            </a:extLst>
          </p:cNvPr>
          <p:cNvSpPr>
            <a:spLocks noGrp="1"/>
          </p:cNvSpPr>
          <p:nvPr/>
        </p:nvSpPr>
        <p:spPr>
          <a:xfrm>
            <a:off x="619125" y="396240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5. Qual cuidado é importante no uso de IA em saúde?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7C11EB1-D6D0-492F-909C-80088C8ADFFF}"/>
              </a:ext>
            </a:extLst>
          </p:cNvPr>
          <p:cNvSpPr>
            <a:spLocks noGrp="1"/>
          </p:cNvSpPr>
          <p:nvPr/>
        </p:nvSpPr>
        <p:spPr>
          <a:xfrm>
            <a:off x="781050" y="4495800"/>
            <a:ext cx="1066800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A)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Aceitar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toda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recomendação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gerada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pelo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sistema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B)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Verificar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a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qualidade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dos dados e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manter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supervisão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profissional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C) Usar o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sistema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sem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avaliar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sua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adequação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ao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contexto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defRPr sz="15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D)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Substituir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a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formação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da equipe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por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automação</a:t>
            </a:r>
            <a:r>
              <a:rPr sz="15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3" name="Seta: para a Esquerda 12">
            <a:extLst>
              <a:ext uri="{FF2B5EF4-FFF2-40B4-BE49-F238E27FC236}">
                <a16:creationId xmlns:a16="http://schemas.microsoft.com/office/drawing/2014/main" id="{7B280260-C3A5-858F-EB89-9168D2BF97FE}"/>
              </a:ext>
            </a:extLst>
          </p:cNvPr>
          <p:cNvSpPr/>
          <p:nvPr/>
        </p:nvSpPr>
        <p:spPr>
          <a:xfrm>
            <a:off x="5171440" y="2147887"/>
            <a:ext cx="548640" cy="21907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Esquerda 14">
            <a:extLst>
              <a:ext uri="{FF2B5EF4-FFF2-40B4-BE49-F238E27FC236}">
                <a16:creationId xmlns:a16="http://schemas.microsoft.com/office/drawing/2014/main" id="{8FB5B867-8E16-FE98-30AA-86FBAF15BBF5}"/>
              </a:ext>
            </a:extLst>
          </p:cNvPr>
          <p:cNvSpPr/>
          <p:nvPr/>
        </p:nvSpPr>
        <p:spPr>
          <a:xfrm>
            <a:off x="6502400" y="4788852"/>
            <a:ext cx="548640" cy="21907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6207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7F0087E1-3E82-4151-8A30-73179C6D83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"/>
          </a:xfrm>
          <a:prstGeom prst="rect">
            <a:avLst/>
          </a:prstGeom>
          <a:solidFill>
            <a:srgbClr val="168A8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B3CD0A5-BA0F-46CF-8123-F32BD41869FD}"/>
              </a:ext>
            </a:extLst>
          </p:cNvPr>
          <p:cNvSpPr>
            <a:spLocks noGrp="1"/>
          </p:cNvSpPr>
          <p:nvPr/>
        </p:nvSpPr>
        <p:spPr>
          <a:xfrm>
            <a:off x="590550" y="3810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Respostas e referência do material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A5777A5-BACC-4469-9F43-1F27581A8537}"/>
              </a:ext>
            </a:extLst>
          </p:cNvPr>
          <p:cNvSpPr>
            <a:spLocks noGrp="1"/>
          </p:cNvSpPr>
          <p:nvPr/>
        </p:nvSpPr>
        <p:spPr>
          <a:xfrm>
            <a:off x="590550" y="1057275"/>
            <a:ext cx="685800" cy="47625"/>
          </a:xfrm>
          <a:prstGeom prst="rect">
            <a:avLst/>
          </a:prstGeom>
          <a:solidFill>
            <a:srgbClr val="E6B85C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C8D8D71-5E1C-49A9-8029-AC2087E183F4}"/>
              </a:ext>
            </a:extLst>
          </p:cNvPr>
          <p:cNvSpPr>
            <a:spLocks noGrp="1"/>
          </p:cNvSpPr>
          <p:nvPr/>
        </p:nvSpPr>
        <p:spPr>
          <a:xfrm>
            <a:off x="590550" y="6496050"/>
            <a:ext cx="10715625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 algn="l">
              <a:defRPr sz="900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7"/>
                </a:solidFill>
                <a:latin typeface="Aptos"/>
                <a:ea typeface="Aptos"/>
                <a:cs typeface="Aptos"/>
              </a:rPr>
              <a:t>Aula de Bioinformática • 20h–21h20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FCDA206-9D46-4F95-9B56-BD782017C3C8}"/>
              </a:ext>
            </a:extLst>
          </p:cNvPr>
          <p:cNvSpPr>
            <a:spLocks noGrp="1"/>
          </p:cNvSpPr>
          <p:nvPr/>
        </p:nvSpPr>
        <p:spPr>
          <a:xfrm>
            <a:off x="11430000" y="6448425"/>
            <a:ext cx="33337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 algn="r">
              <a:defRPr sz="975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A11F983-F424-4416-B689-CDCCC3AC0312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80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Gabarito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7DDD68B-C140-4082-BC65-9CDF920C6A5D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2762250" cy="2143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 — A</a:t>
            </a:r>
          </a:p>
          <a:p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 — B</a:t>
            </a:r>
          </a:p>
          <a:p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 — C</a:t>
            </a:r>
          </a:p>
          <a:p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 — A</a:t>
            </a:r>
          </a:p>
          <a:p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5 — B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D5CB816-A5EC-4CD1-B609-3FD03F5941F9}"/>
              </a:ext>
            </a:extLst>
          </p:cNvPr>
          <p:cNvSpPr>
            <a:spLocks noGrp="1"/>
          </p:cNvSpPr>
          <p:nvPr/>
        </p:nvSpPr>
        <p:spPr>
          <a:xfrm>
            <a:off x="3810000" y="1476375"/>
            <a:ext cx="19050" cy="4333875"/>
          </a:xfrm>
          <a:prstGeom prst="rect">
            <a:avLst/>
          </a:prstGeom>
          <a:solidFill>
            <a:srgbClr val="C8D8DE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274CE0-452F-4952-8660-87ECC3A9A691}"/>
              </a:ext>
            </a:extLst>
          </p:cNvPr>
          <p:cNvSpPr>
            <a:spLocks noGrp="1"/>
          </p:cNvSpPr>
          <p:nvPr/>
        </p:nvSpPr>
        <p:spPr>
          <a:xfrm>
            <a:off x="4286250" y="1476375"/>
            <a:ext cx="6667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611" lnSpcReduction="10000"/>
          </a:bodyPr>
          <a:lstStyle/>
          <a:p>
            <a:pPr algn="l">
              <a:defRPr sz="1800" b="1">
                <a:solidFill>
                  <a:srgbClr val="168A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8A8A"/>
                </a:solidFill>
                <a:latin typeface="Aptos"/>
                <a:ea typeface="Aptos"/>
                <a:cs typeface="Aptos"/>
              </a:rPr>
              <a:t>Materiais de referência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8918E4A-2ECA-4C17-A837-4F971F53A1DC}"/>
              </a:ext>
            </a:extLst>
          </p:cNvPr>
          <p:cNvSpPr>
            <a:spLocks noGrp="1"/>
          </p:cNvSpPr>
          <p:nvPr/>
        </p:nvSpPr>
        <p:spPr>
          <a:xfrm>
            <a:off x="4286250" y="2009775"/>
            <a:ext cx="695325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UA9 — </a:t>
            </a:r>
            <a:r>
              <a:rPr sz="150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Análises</a:t>
            </a: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de </a:t>
            </a:r>
            <a:r>
              <a:rPr sz="150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microarranjos</a:t>
            </a: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de </a:t>
            </a:r>
            <a:r>
              <a:rPr sz="150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aplicação</a:t>
            </a: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biomédica</a:t>
            </a:r>
            <a:endParaRPr sz="1500" b="0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UA10 — </a:t>
            </a:r>
            <a:r>
              <a:rPr sz="150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Processamento</a:t>
            </a: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digital de imagens</a:t>
            </a:r>
          </a:p>
          <a:p>
            <a:pPr algn="l"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UA11 — </a:t>
            </a:r>
            <a:r>
              <a:rPr sz="150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Inteligência</a:t>
            </a: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artificial como </a:t>
            </a:r>
            <a:r>
              <a:rPr sz="150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apoio</a:t>
            </a: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para a </a:t>
            </a:r>
            <a:r>
              <a:rPr sz="150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gestão</a:t>
            </a:r>
            <a:r>
              <a:rPr sz="1500" b="0" dirty="0">
                <a:solidFill>
                  <a:srgbClr val="102A43"/>
                </a:solidFill>
                <a:latin typeface="Aptos"/>
                <a:ea typeface="Aptos"/>
                <a:cs typeface="Aptos"/>
              </a:rPr>
              <a:t> em </a:t>
            </a:r>
            <a:r>
              <a:rPr sz="1500" b="0" dirty="0" err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saúde</a:t>
            </a:r>
            <a:endParaRPr sz="1500" b="0" dirty="0">
              <a:solidFill>
                <a:srgbClr val="10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27A9E1B-68CA-4EB6-9B17-EEC544F07443}"/>
              </a:ext>
            </a:extLst>
          </p:cNvPr>
          <p:cNvSpPr>
            <a:spLocks noGrp="1"/>
          </p:cNvSpPr>
          <p:nvPr/>
        </p:nvSpPr>
        <p:spPr>
          <a:xfrm>
            <a:off x="4286250" y="3524250"/>
            <a:ext cx="6953250" cy="1428750"/>
          </a:xfrm>
          <a:prstGeom prst="roundRect">
            <a:avLst>
              <a:gd name="adj" fmla="val 9333"/>
            </a:avLst>
          </a:prstGeom>
          <a:solidFill>
            <a:srgbClr val="F2E7C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5035D2F-4DEA-483A-A828-6445CA1088B5}"/>
              </a:ext>
            </a:extLst>
          </p:cNvPr>
          <p:cNvSpPr>
            <a:spLocks noGrp="1"/>
          </p:cNvSpPr>
          <p:nvPr/>
        </p:nvSpPr>
        <p:spPr>
          <a:xfrm>
            <a:off x="4495800" y="3724275"/>
            <a:ext cx="6524625" cy="1066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Material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didático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disponibilizado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no AVA. Uso de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trechos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conceituais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em aula para fins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educacionais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Não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reproduzir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,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distribuir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ou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publicar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o material original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sem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autorização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dos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titulares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dos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direitos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0" dirty="0" err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autorais</a:t>
            </a:r>
            <a:r>
              <a:rPr sz="1275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0588373-50E1-4017-AEF5-84EC79A66A87}"/>
              </a:ext>
            </a:extLst>
          </p:cNvPr>
          <p:cNvSpPr>
            <a:spLocks noGrp="1"/>
          </p:cNvSpPr>
          <p:nvPr/>
        </p:nvSpPr>
        <p:spPr>
          <a:xfrm>
            <a:off x="4286250" y="5229224"/>
            <a:ext cx="6953250" cy="142874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As </a:t>
            </a:r>
            <a:r>
              <a:rPr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ilustrações</a:t>
            </a:r>
            <a:r>
              <a:rPr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</a:t>
            </a:r>
            <a:r>
              <a:rPr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desta</a:t>
            </a:r>
            <a:r>
              <a:rPr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</a:t>
            </a:r>
            <a:r>
              <a:rPr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apresentação</a:t>
            </a:r>
            <a:r>
              <a:rPr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</a:t>
            </a:r>
            <a:r>
              <a:rPr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foram</a:t>
            </a:r>
            <a:r>
              <a:rPr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</a:t>
            </a:r>
            <a:r>
              <a:rPr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geradas</a:t>
            </a:r>
            <a:r>
              <a:rPr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</a:t>
            </a:r>
            <a:r>
              <a:rPr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especialmente</a:t>
            </a:r>
            <a:r>
              <a:rPr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para </a:t>
            </a:r>
            <a:r>
              <a:rPr b="0" dirty="0" err="1">
                <a:solidFill>
                  <a:srgbClr val="526777"/>
                </a:solidFill>
                <a:latin typeface="Aptos"/>
                <a:ea typeface="Aptos"/>
                <a:cs typeface="Aptos"/>
              </a:rPr>
              <a:t>esta</a:t>
            </a:r>
            <a:r>
              <a:rPr b="0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aula.</a:t>
            </a:r>
            <a:endParaRPr lang="pt-BR" b="0" dirty="0">
              <a:solidFill>
                <a:srgbClr val="526777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endParaRPr lang="pt-BR" dirty="0">
              <a:solidFill>
                <a:srgbClr val="526777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endParaRPr lang="pt-BR" b="0" dirty="0">
              <a:solidFill>
                <a:srgbClr val="526777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lang="pt-BR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Saiba mais</a:t>
            </a:r>
          </a:p>
          <a:p>
            <a:pPr>
              <a:defRPr sz="1275" b="0">
                <a:solidFill>
                  <a:srgbClr val="526777"/>
                </a:solidFill>
                <a:latin typeface="Aptos"/>
                <a:ea typeface="Aptos"/>
                <a:cs typeface="Aptos"/>
              </a:defRPr>
            </a:pPr>
            <a:r>
              <a:rPr lang="pt-BR" dirty="0">
                <a:solidFill>
                  <a:srgbClr val="526777"/>
                </a:solidFill>
                <a:latin typeface="Aptos"/>
                <a:ea typeface="Aptos"/>
                <a:cs typeface="Aptos"/>
                <a:hlinkClick r:id="rId3"/>
              </a:rPr>
              <a:t>https://www.bioinfo.ufpr.br/guia-do-estudante.html</a:t>
            </a:r>
            <a:r>
              <a:rPr lang="pt-BR" dirty="0">
                <a:solidFill>
                  <a:srgbClr val="526777"/>
                </a:solidFill>
                <a:latin typeface="Aptos"/>
                <a:ea typeface="Aptos"/>
                <a:cs typeface="Aptos"/>
              </a:rPr>
              <a:t> </a:t>
            </a:r>
            <a:endParaRPr b="0" dirty="0">
              <a:solidFill>
                <a:srgbClr val="526777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7343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91E3FC3-26C2-FABB-DAF7-572E2E779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2800" y="682625"/>
            <a:ext cx="3048000" cy="447675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6BC54BA-347D-8892-47EA-963B893C8826}"/>
              </a:ext>
            </a:extLst>
          </p:cNvPr>
          <p:cNvSpPr txBox="1"/>
          <p:nvPr/>
        </p:nvSpPr>
        <p:spPr>
          <a:xfrm>
            <a:off x="812800" y="5159375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>
                <a:hlinkClick r:id="rId3" tooltip="https://nl.wikipedia.org/wiki/Gloria_Estefan"/>
              </a:rPr>
              <a:t>Esta Foto</a:t>
            </a:r>
            <a:r>
              <a:rPr lang="pt-BR" sz="900"/>
              <a:t> de Autor Desconhecido está licenciado em </a:t>
            </a:r>
            <a:r>
              <a:rPr lang="pt-BR" sz="900">
                <a:hlinkClick r:id="rId4" tooltip="https://creativecommons.org/licenses/by-sa/3.0/"/>
              </a:rPr>
              <a:t>CC BY-SA</a:t>
            </a:r>
            <a:endParaRPr lang="pt-BR" sz="90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EEF26F4-A38E-79FC-E40D-94AF04032C20}"/>
              </a:ext>
            </a:extLst>
          </p:cNvPr>
          <p:cNvSpPr txBox="1"/>
          <p:nvPr/>
        </p:nvSpPr>
        <p:spPr>
          <a:xfrm>
            <a:off x="4653280" y="1137920"/>
            <a:ext cx="56261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Semana que vem a aula será com o professor Gustavo!</a:t>
            </a:r>
          </a:p>
          <a:p>
            <a:endParaRPr lang="pt-BR" dirty="0"/>
          </a:p>
          <a:p>
            <a:r>
              <a:rPr lang="pt-BR" dirty="0"/>
              <a:t>E na sequencia eu ficarei com todos os tempos.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Um abraço!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3494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1774</Words>
  <Application>Microsoft Office PowerPoint</Application>
  <DocSecurity>0</DocSecurity>
  <PresentationFormat>Widescreen</PresentationFormat>
  <Paragraphs>226</Paragraphs>
  <Slides>18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0" baseType="lpstr">
      <vt:lpstr>Aptos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xxxxxxxx</cp:lastModifiedBy>
  <cp:revision>1</cp:revision>
  <dcterms:created xsi:type="dcterms:W3CDTF">2026-10-07T20:50:41Z</dcterms:created>
  <dcterms:modified xsi:type="dcterms:W3CDTF">2026-10-07T22:32:07Z</dcterms:modified>
</cp:coreProperties>
</file>